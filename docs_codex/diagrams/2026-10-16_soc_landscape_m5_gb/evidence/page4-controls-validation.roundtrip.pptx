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196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7921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0969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758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53.1"/>
          <p:cNvSpPr/>
          <p:nvPr/>
        </p:nvSpPr>
        <p:spPr>
          <a:xfrm>
            <a:off x="54662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53.1"/>
          <p:cNvSpPr/>
          <p:nvPr/>
        </p:nvSpPr>
        <p:spPr>
          <a:xfrm>
            <a:off x="123856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53.1"/>
          <p:cNvSpPr/>
          <p:nvPr/>
        </p:nvSpPr>
        <p:spPr>
          <a:xfrm>
            <a:off x="193050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53.1"/>
          <p:cNvSpPr/>
          <p:nvPr/>
        </p:nvSpPr>
        <p:spPr>
          <a:xfrm>
            <a:off x="262244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53.1"/>
          <p:cNvSpPr/>
          <p:nvPr/>
        </p:nvSpPr>
        <p:spPr>
          <a:xfrm>
            <a:off x="331438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53.1"/>
          <p:cNvSpPr/>
          <p:nvPr/>
        </p:nvSpPr>
        <p:spPr>
          <a:xfrm>
            <a:off x="400632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53.1"/>
          <p:cNvSpPr/>
          <p:nvPr/>
        </p:nvSpPr>
        <p:spPr>
          <a:xfrm>
            <a:off x="469825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53.1"/>
          <p:cNvSpPr/>
          <p:nvPr/>
        </p:nvSpPr>
        <p:spPr>
          <a:xfrm>
            <a:off x="539019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53.1"/>
          <p:cNvSpPr/>
          <p:nvPr/>
        </p:nvSpPr>
        <p:spPr>
          <a:xfrm>
            <a:off x="608213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53.1"/>
          <p:cNvSpPr/>
          <p:nvPr/>
        </p:nvSpPr>
        <p:spPr>
          <a:xfrm>
            <a:off x="677407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53.1"/>
          <p:cNvSpPr/>
          <p:nvPr/>
        </p:nvSpPr>
        <p:spPr>
          <a:xfrm>
            <a:off x="746601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53.1"/>
          <p:cNvSpPr/>
          <p:nvPr/>
        </p:nvSpPr>
        <p:spPr>
          <a:xfrm>
            <a:off x="815795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53.1"/>
          <p:cNvSpPr/>
          <p:nvPr/>
        </p:nvSpPr>
        <p:spPr>
          <a:xfrm>
            <a:off x="884988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53.1"/>
          <p:cNvSpPr/>
          <p:nvPr/>
        </p:nvSpPr>
        <p:spPr>
          <a:xfrm>
            <a:off x="954182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53.1"/>
          <p:cNvSpPr/>
          <p:nvPr/>
        </p:nvSpPr>
        <p:spPr>
          <a:xfrm>
            <a:off x="1023376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53.1"/>
          <p:cNvSpPr/>
          <p:nvPr/>
        </p:nvSpPr>
        <p:spPr>
          <a:xfrm>
            <a:off x="1092570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70400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4839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42933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477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61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61569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61569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45339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61569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64245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28047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748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367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6530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4191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65734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52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14112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30342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