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801600" cy="883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2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1"/>
          <p:cNvSpPr/>
          <p:nvPr/>
        </p:nvSpPr>
        <p:spPr>
          <a:xfrm>
            <a:off x="0" y="0"/>
            <a:ext cx="12801600" cy="88392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-001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4" name="text-002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3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7" name="rect-003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-004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9" name="text-005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10" name="text-006: 入端局部适配"/>
          <p:cNvSpPr txBox="1"/>
          <p:nvPr/>
        </p:nvSpPr>
        <p:spPr>
          <a:xfrm>
            <a:off x="2324100" y="1420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1" name="text-007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2" name="path-00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th-00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th-00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th-00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ath-00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th-00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th-00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th-00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th-00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ath-01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th-01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ath-01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th-01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th-01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th-01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th-01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th-01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ath-01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th-01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th-02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ath-02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ath-02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ath-02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th-02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-02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ath-02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th-02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ath-02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th-02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ath-03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ath-03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path-03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th-03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th-03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ath-03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ath-03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>
            <a:solidFill>
              <a:srgbClr val="C66A2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olygon-001"/>
          <p:cNvSpPr/>
          <p:nvPr/>
        </p:nvSpPr>
        <p:spPr>
          <a:xfrm>
            <a:off x="6972300" y="29718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66A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path-037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>
            <a:solidFill>
              <a:srgbClr val="2774C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olygon-002"/>
          <p:cNvSpPr/>
          <p:nvPr/>
        </p:nvSpPr>
        <p:spPr>
          <a:xfrm>
            <a:off x="6972300" y="4343400"/>
            <a:ext cx="76200" cy="76200"/>
          </a:xfrm>
          <a:custGeom>
            <a:avLst/>
            <a:gdLst/>
            <a:ahLst/>
            <a:cxnLst/>
            <a:rect l="0" t="0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2774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-004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-008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3" name="rect-005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09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5" name="line-001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6" name="polygon-003"/>
          <p:cNvSpPr/>
          <p:nvPr/>
        </p:nvSpPr>
        <p:spPr>
          <a:xfrm>
            <a:off x="1981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line-002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8" name="polygon-004"/>
          <p:cNvSpPr/>
          <p:nvPr/>
        </p:nvSpPr>
        <p:spPr>
          <a:xfrm>
            <a:off x="413004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-006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-010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1" name="text-011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62" name="rect-007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-01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64" name="line-00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65" name="polygon-005"/>
          <p:cNvSpPr/>
          <p:nvPr/>
        </p:nvSpPr>
        <p:spPr>
          <a:xfrm>
            <a:off x="4130040" y="275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-008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-013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8" name="text-014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9" name="rect-009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-015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71" name="rect-01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-016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73" name="text-017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74" name="text-018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75" name="line-00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76" name="polygon-006"/>
          <p:cNvSpPr/>
          <p:nvPr/>
        </p:nvSpPr>
        <p:spPr>
          <a:xfrm>
            <a:off x="198120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line-005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78" name="polygon-007"/>
          <p:cNvSpPr/>
          <p:nvPr/>
        </p:nvSpPr>
        <p:spPr>
          <a:xfrm>
            <a:off x="4130040" y="3512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-011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-01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1" name="text-02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82" name="rect-012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-021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84" name="line-006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85" name="polygon-008"/>
          <p:cNvSpPr/>
          <p:nvPr/>
        </p:nvSpPr>
        <p:spPr>
          <a:xfrm>
            <a:off x="41300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-013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-022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8" name="text-023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9" name="rect-014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-024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91" name="line-007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92" name="polygon-009"/>
          <p:cNvSpPr/>
          <p:nvPr/>
        </p:nvSpPr>
        <p:spPr>
          <a:xfrm>
            <a:off x="4130040" y="5036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-015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-025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5" name="text-026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96" name="rect-016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-027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98" name="line-008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99" name="polygon-010"/>
          <p:cNvSpPr/>
          <p:nvPr/>
        </p:nvSpPr>
        <p:spPr>
          <a:xfrm>
            <a:off x="4130040" y="579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-017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-028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2" name="text-029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103" name="rect-018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-030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105" name="line-009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06" name="polygon-011"/>
          <p:cNvSpPr/>
          <p:nvPr/>
        </p:nvSpPr>
        <p:spPr>
          <a:xfrm>
            <a:off x="413004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-019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-031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109" name="text-032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110" name="text-033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111" name="text-034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12" name="rect-020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-035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14" name="text-036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0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16" name="polygon-012"/>
          <p:cNvSpPr/>
          <p:nvPr/>
        </p:nvSpPr>
        <p:spPr>
          <a:xfrm>
            <a:off x="8458200" y="1988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-021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-03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19" name="text-03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0" name="line-011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21" name="polygon-013"/>
          <p:cNvSpPr/>
          <p:nvPr/>
        </p:nvSpPr>
        <p:spPr>
          <a:xfrm>
            <a:off x="8458200" y="2979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-022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-039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24" name="text-040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25" name="line-012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26" name="polygon-014"/>
          <p:cNvSpPr/>
          <p:nvPr/>
        </p:nvSpPr>
        <p:spPr>
          <a:xfrm>
            <a:off x="8458200" y="43510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-023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-041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29" name="text-042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0" name="line-013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31" name="polygon-015"/>
          <p:cNvSpPr/>
          <p:nvPr/>
        </p:nvSpPr>
        <p:spPr>
          <a:xfrm>
            <a:off x="8458200" y="56464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-024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-043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34" name="text-044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35" name="line-01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136" name="polygon-016"/>
          <p:cNvSpPr/>
          <p:nvPr/>
        </p:nvSpPr>
        <p:spPr>
          <a:xfrm>
            <a:off x="8458200" y="6560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-025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-045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39" name="text-046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40" name="rect-026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-047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</a:t>
            </a:r>
            <a:r>
              <a:rPr sz="1500" b="1" dirty="0" err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500" b="1" dirty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 → Reg </a:t>
            </a:r>
            <a:r>
              <a:rPr sz="1500" b="1" dirty="0" err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demux</a:t>
            </a:r>
            <a:endParaRPr sz="1500" b="1" dirty="0">
              <a:solidFill>
                <a:srgbClr val="1830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text-048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43" name="text-049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44" name="rect-027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-050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46" name="text-051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47" name="text-052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KiB，含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 cached /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uncached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别名</a:t>
            </a:r>
            <a:endParaRPr sz="1140" b="0" dirty="0">
              <a:solidFill>
                <a:srgbClr val="50667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text-053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49" name="text-054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50" name="text-055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51" name="rect-028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-056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53" name="text-057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54" name="rect-029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-058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56" name="text-059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57" name="rect-030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-060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59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60" name="text-062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61" name="text-063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看：S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 是 slave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port（接发起者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），M 是 master 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port（接目标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140" b="0" dirty="0" err="1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所以名称看起来反过来</a:t>
            </a:r>
            <a:r>
              <a:rPr sz="1140" b="0" dirty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2" name="text-064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1"/>
          <p:cNvSpPr/>
          <p:nvPr/>
        </p:nvSpPr>
        <p:spPr>
          <a:xfrm>
            <a:off x="0" y="990600"/>
            <a:ext cx="12801600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-001: 参考 DDR Controller V2.1 的多端口接入建议"/>
          <p:cNvSpPr txBox="1"/>
          <p:nvPr/>
        </p:nvSpPr>
        <p:spPr>
          <a:xfrm>
            <a:off x="228600" y="1107034"/>
            <a:ext cx="5640931" cy="4145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4" name="text-002: 工程建议，当前 RTL 尚未集成供应商 IP；Crossbar 原有结构沿用，I"/>
          <p:cNvSpPr txBox="1"/>
          <p:nvPr/>
        </p:nvSpPr>
        <p:spPr>
          <a:xfrm>
            <a:off x="228600" y="1520038"/>
            <a:ext cx="76808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18440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3: SoC → S0  ·  ISP → S1  ·  NPU → S2 ；控制器集"/>
          <p:cNvSpPr txBox="1"/>
          <p:nvPr/>
        </p:nvSpPr>
        <p:spPr>
          <a:xfrm>
            <a:off x="365760" y="1922678"/>
            <a:ext cx="6444139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7" name="rect-003"/>
          <p:cNvSpPr/>
          <p:nvPr/>
        </p:nvSpPr>
        <p:spPr>
          <a:xfrm>
            <a:off x="5905500" y="2377440"/>
            <a:ext cx="5257800" cy="369570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-004: DDR Controller 内部（仅画与接入相关的功能）"/>
          <p:cNvSpPr txBox="1"/>
          <p:nvPr/>
        </p:nvSpPr>
        <p:spPr>
          <a:xfrm>
            <a:off x="6057900" y="2430780"/>
            <a:ext cx="4370713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9" name="rect-004"/>
          <p:cNvSpPr/>
          <p:nvPr/>
        </p:nvSpPr>
        <p:spPr>
          <a:xfrm>
            <a:off x="228600" y="2880360"/>
            <a:ext cx="14097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005: CVA6 + Ara"/>
          <p:cNvSpPr txBox="1"/>
          <p:nvPr/>
        </p:nvSpPr>
        <p:spPr>
          <a:xfrm>
            <a:off x="365760" y="2918460"/>
            <a:ext cx="129741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1" name="text-006: 当前 SoC 发起端"/>
          <p:cNvSpPr txBox="1"/>
          <p:nvPr/>
        </p:nvSpPr>
        <p:spPr>
          <a:xfrm>
            <a:off x="365760" y="3190037"/>
            <a:ext cx="1097661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2" name="rect-005"/>
          <p:cNvSpPr/>
          <p:nvPr/>
        </p:nvSpPr>
        <p:spPr>
          <a:xfrm>
            <a:off x="1943100" y="2880360"/>
            <a:ext cx="13716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07: Cheshire"/>
          <p:cNvSpPr txBox="1"/>
          <p:nvPr/>
        </p:nvSpPr>
        <p:spPr>
          <a:xfrm>
            <a:off x="2057400" y="2967838"/>
            <a:ext cx="74297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4" name="text-008: Crossbar"/>
          <p:cNvSpPr txBox="1"/>
          <p:nvPr/>
        </p:nvSpPr>
        <p:spPr>
          <a:xfrm>
            <a:off x="2057400" y="3173578"/>
            <a:ext cx="74666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5" name="rect-006"/>
          <p:cNvSpPr/>
          <p:nvPr/>
        </p:nvSpPr>
        <p:spPr>
          <a:xfrm>
            <a:off x="3619500" y="2781300"/>
            <a:ext cx="2057400" cy="7620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-009: 现有原子适配 + LLC"/>
          <p:cNvSpPr txBox="1"/>
          <p:nvPr/>
        </p:nvSpPr>
        <p:spPr>
          <a:xfrm>
            <a:off x="3741420" y="2868778"/>
            <a:ext cx="1446931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7" name="text-010: 经 LLC 出口访问外存"/>
          <p:cNvSpPr txBox="1"/>
          <p:nvPr/>
        </p:nvSpPr>
        <p:spPr>
          <a:xfrm>
            <a:off x="3741420" y="3082138"/>
            <a:ext cx="148432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8" name="text-011: SPM 访问仍可在片内完成"/>
          <p:cNvSpPr txBox="1"/>
          <p:nvPr/>
        </p:nvSpPr>
        <p:spPr>
          <a:xfrm>
            <a:off x="3741420" y="3296717"/>
            <a:ext cx="1614309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9" name="line-001"/>
          <p:cNvCxnSpPr/>
          <p:nvPr/>
        </p:nvCxnSpPr>
        <p:spPr>
          <a:xfrm>
            <a:off x="16383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0" name="polygon-001"/>
          <p:cNvSpPr/>
          <p:nvPr/>
        </p:nvSpPr>
        <p:spPr>
          <a:xfrm>
            <a:off x="18821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line-002"/>
          <p:cNvCxnSpPr/>
          <p:nvPr/>
        </p:nvCxnSpPr>
        <p:spPr>
          <a:xfrm>
            <a:off x="33147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2" name="polygon-002"/>
          <p:cNvSpPr/>
          <p:nvPr/>
        </p:nvSpPr>
        <p:spPr>
          <a:xfrm>
            <a:off x="355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line-003"/>
          <p:cNvCxnSpPr/>
          <p:nvPr/>
        </p:nvCxnSpPr>
        <p:spPr>
          <a:xfrm>
            <a:off x="5676900" y="31623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4" name="polygon-003"/>
          <p:cNvSpPr/>
          <p:nvPr/>
        </p:nvSpPr>
        <p:spPr>
          <a:xfrm>
            <a:off x="59969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-007"/>
          <p:cNvSpPr/>
          <p:nvPr/>
        </p:nvSpPr>
        <p:spPr>
          <a:xfrm>
            <a:off x="228600" y="3985260"/>
            <a:ext cx="2743200" cy="64008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12: ISP 数据 AXI Master"/>
          <p:cNvSpPr txBox="1"/>
          <p:nvPr/>
        </p:nvSpPr>
        <p:spPr>
          <a:xfrm>
            <a:off x="365760" y="4046220"/>
            <a:ext cx="205560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7" name="text-013: 写帧缓存，绕过 Crossbar / LLC"/>
          <p:cNvSpPr txBox="1"/>
          <p:nvPr/>
        </p:nvSpPr>
        <p:spPr>
          <a:xfrm>
            <a:off x="365760" y="4324198"/>
            <a:ext cx="21909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8" name="line-004"/>
          <p:cNvCxnSpPr/>
          <p:nvPr/>
        </p:nvCxnSpPr>
        <p:spPr>
          <a:xfrm>
            <a:off x="2971800" y="43053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29" name="polygon-004"/>
          <p:cNvSpPr/>
          <p:nvPr/>
        </p:nvSpPr>
        <p:spPr>
          <a:xfrm>
            <a:off x="59969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-008"/>
          <p:cNvSpPr/>
          <p:nvPr/>
        </p:nvSpPr>
        <p:spPr>
          <a:xfrm>
            <a:off x="228600" y="5128260"/>
            <a:ext cx="2743200" cy="640080"/>
          </a:xfrm>
          <a:prstGeom prst="rect">
            <a:avLst/>
          </a:prstGeom>
          <a:solidFill>
            <a:srgbClr val="EDF5EE"/>
          </a:solidFill>
          <a:ln w="15240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-014: NPU 数据 AXI Master"/>
          <p:cNvSpPr txBox="1"/>
          <p:nvPr/>
        </p:nvSpPr>
        <p:spPr>
          <a:xfrm>
            <a:off x="365760" y="5189220"/>
            <a:ext cx="2186571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32" name="text-015: 读写权重 / 特征图，绕过 LLC"/>
          <p:cNvSpPr txBox="1"/>
          <p:nvPr/>
        </p:nvSpPr>
        <p:spPr>
          <a:xfrm>
            <a:off x="365760" y="5467198"/>
            <a:ext cx="20233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33" name="line-005"/>
          <p:cNvCxnSpPr/>
          <p:nvPr/>
        </p:nvCxnSpPr>
        <p:spPr>
          <a:xfrm>
            <a:off x="2971800" y="54483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34" name="polygon-005"/>
          <p:cNvSpPr/>
          <p:nvPr/>
        </p:nvSpPr>
        <p:spPr>
          <a:xfrm>
            <a:off x="59969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-009"/>
          <p:cNvSpPr/>
          <p:nvPr/>
        </p:nvSpPr>
        <p:spPr>
          <a:xfrm>
            <a:off x="6057900" y="2819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16: AXI S0"/>
          <p:cNvSpPr txBox="1"/>
          <p:nvPr/>
        </p:nvSpPr>
        <p:spPr>
          <a:xfrm>
            <a:off x="6172200" y="2880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7" name="text-017: SoC 外存流量"/>
          <p:cNvSpPr txBox="1"/>
          <p:nvPr/>
        </p:nvSpPr>
        <p:spPr>
          <a:xfrm>
            <a:off x="6172200" y="3197657"/>
            <a:ext cx="929795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8" name="line-006"/>
          <p:cNvCxnSpPr/>
          <p:nvPr/>
        </p:nvCxnSpPr>
        <p:spPr>
          <a:xfrm>
            <a:off x="7124700" y="3162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39" name="polygon-006"/>
          <p:cNvSpPr/>
          <p:nvPr/>
        </p:nvSpPr>
        <p:spPr>
          <a:xfrm>
            <a:off x="7368540" y="3131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-010"/>
          <p:cNvSpPr/>
          <p:nvPr/>
        </p:nvSpPr>
        <p:spPr>
          <a:xfrm>
            <a:off x="6057900" y="3962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-018: AXI S1"/>
          <p:cNvSpPr txBox="1"/>
          <p:nvPr/>
        </p:nvSpPr>
        <p:spPr>
          <a:xfrm>
            <a:off x="6172200" y="4023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42" name="text-019: ISP 写入"/>
          <p:cNvSpPr txBox="1"/>
          <p:nvPr/>
        </p:nvSpPr>
        <p:spPr>
          <a:xfrm>
            <a:off x="6172200" y="4340657"/>
            <a:ext cx="619042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43" name="line-007"/>
          <p:cNvCxnSpPr/>
          <p:nvPr/>
        </p:nvCxnSpPr>
        <p:spPr>
          <a:xfrm>
            <a:off x="7124700" y="4305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44" name="polygon-007"/>
          <p:cNvSpPr/>
          <p:nvPr/>
        </p:nvSpPr>
        <p:spPr>
          <a:xfrm>
            <a:off x="73685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-011"/>
          <p:cNvSpPr/>
          <p:nvPr/>
        </p:nvSpPr>
        <p:spPr>
          <a:xfrm>
            <a:off x="6057900" y="51054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-020: AXI S2"/>
          <p:cNvSpPr txBox="1"/>
          <p:nvPr/>
        </p:nvSpPr>
        <p:spPr>
          <a:xfrm>
            <a:off x="6172200" y="5166360"/>
            <a:ext cx="819852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47" name="text-021: NPU 读 / 写"/>
          <p:cNvSpPr txBox="1"/>
          <p:nvPr/>
        </p:nvSpPr>
        <p:spPr>
          <a:xfrm>
            <a:off x="6172200" y="5483657"/>
            <a:ext cx="840224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8" name="line-008"/>
          <p:cNvCxnSpPr/>
          <p:nvPr/>
        </p:nvCxnSpPr>
        <p:spPr>
          <a:xfrm>
            <a:off x="7124700" y="54483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49" name="polygon-008"/>
          <p:cNvSpPr/>
          <p:nvPr/>
        </p:nvSpPr>
        <p:spPr>
          <a:xfrm>
            <a:off x="7368540" y="5417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-012"/>
          <p:cNvSpPr/>
          <p:nvPr/>
        </p:nvSpPr>
        <p:spPr>
          <a:xfrm>
            <a:off x="7429500" y="2819400"/>
            <a:ext cx="1524000" cy="2971800"/>
          </a:xfrm>
          <a:prstGeom prst="rect">
            <a:avLst/>
          </a:prstGeom>
          <a:solidFill>
            <a:srgbClr val="F9F5FF"/>
          </a:solidFill>
          <a:ln w="15240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22: 内部 Arbiter"/>
          <p:cNvSpPr txBox="1"/>
          <p:nvPr/>
        </p:nvSpPr>
        <p:spPr>
          <a:xfrm>
            <a:off x="7574280" y="3185160"/>
            <a:ext cx="1305127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52" name="text-023: 可配置优先级"/>
          <p:cNvSpPr txBox="1"/>
          <p:nvPr/>
        </p:nvSpPr>
        <p:spPr>
          <a:xfrm>
            <a:off x="7574280" y="3569818"/>
            <a:ext cx="101346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53" name="text-024: 轮询 / QoS"/>
          <p:cNvSpPr txBox="1"/>
          <p:nvPr/>
        </p:nvSpPr>
        <p:spPr>
          <a:xfrm>
            <a:off x="7574280" y="3836518"/>
            <a:ext cx="875467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54" name="text-025: 页命中限制"/>
          <p:cNvSpPr txBox="1"/>
          <p:nvPr/>
        </p:nvSpPr>
        <p:spPr>
          <a:xfrm>
            <a:off x="7574280" y="4415638"/>
            <a:ext cx="86868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5" name="text-026: 端口请求仲裁"/>
          <p:cNvSpPr txBox="1"/>
          <p:nvPr/>
        </p:nvSpPr>
        <p:spPr>
          <a:xfrm>
            <a:off x="7574280" y="4736897"/>
            <a:ext cx="906780" cy="2072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56" name="line-009"/>
          <p:cNvCxnSpPr/>
          <p:nvPr/>
        </p:nvCxnSpPr>
        <p:spPr>
          <a:xfrm>
            <a:off x="8953500" y="4305300"/>
            <a:ext cx="2667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57" name="polygon-009"/>
          <p:cNvSpPr/>
          <p:nvPr/>
        </p:nvSpPr>
        <p:spPr>
          <a:xfrm>
            <a:off x="91592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-013"/>
          <p:cNvSpPr/>
          <p:nvPr/>
        </p:nvSpPr>
        <p:spPr>
          <a:xfrm>
            <a:off x="9220200" y="3619500"/>
            <a:ext cx="1752600" cy="14478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-027: Controller Core"/>
          <p:cNvSpPr txBox="1"/>
          <p:nvPr/>
        </p:nvSpPr>
        <p:spPr>
          <a:xfrm>
            <a:off x="9349740" y="3752698"/>
            <a:ext cx="1203686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60" name="text-028: 内部命令队列"/>
          <p:cNvSpPr txBox="1"/>
          <p:nvPr/>
        </p:nvSpPr>
        <p:spPr>
          <a:xfrm>
            <a:off x="9349740" y="4041038"/>
            <a:ext cx="11201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61" name="text-029: FR-FCFS 调度"/>
          <p:cNvSpPr txBox="1"/>
          <p:nvPr/>
        </p:nvSpPr>
        <p:spPr>
          <a:xfrm>
            <a:off x="9349740" y="4392778"/>
            <a:ext cx="1043428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62" name="text-030: 遵守 DRAM 时序"/>
          <p:cNvSpPr txBox="1"/>
          <p:nvPr/>
        </p:nvSpPr>
        <p:spPr>
          <a:xfrm>
            <a:off x="9349740" y="4705198"/>
            <a:ext cx="1257705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63" name="line-010"/>
          <p:cNvCxnSpPr/>
          <p:nvPr/>
        </p:nvCxnSpPr>
        <p:spPr>
          <a:xfrm>
            <a:off x="10972800" y="43053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  <a:effectLst/>
        </p:spPr>
      </p:cxnSp>
      <p:sp>
        <p:nvSpPr>
          <p:cNvPr id="64" name="polygon-010"/>
          <p:cNvSpPr/>
          <p:nvPr/>
        </p:nvSpPr>
        <p:spPr>
          <a:xfrm>
            <a:off x="11292840" y="42748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-014"/>
          <p:cNvSpPr/>
          <p:nvPr/>
        </p:nvSpPr>
        <p:spPr>
          <a:xfrm>
            <a:off x="11353800" y="3992880"/>
            <a:ext cx="1219200" cy="62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-031: PHY"/>
          <p:cNvSpPr txBox="1"/>
          <p:nvPr/>
        </p:nvSpPr>
        <p:spPr>
          <a:xfrm>
            <a:off x="11506200" y="4046220"/>
            <a:ext cx="595694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67" name="text-032: + SDRAM"/>
          <p:cNvSpPr txBox="1"/>
          <p:nvPr/>
        </p:nvSpPr>
        <p:spPr>
          <a:xfrm>
            <a:off x="11506200" y="4316578"/>
            <a:ext cx="826687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68" name="rect-015"/>
          <p:cNvSpPr/>
          <p:nvPr/>
        </p:nvSpPr>
        <p:spPr>
          <a:xfrm>
            <a:off x="228600" y="6294120"/>
            <a:ext cx="12344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-033: 依据与待确认边界"/>
          <p:cNvSpPr txBox="1"/>
          <p:nvPr/>
        </p:nvSpPr>
        <p:spPr>
          <a:xfrm>
            <a:off x="365760" y="6332220"/>
            <a:ext cx="17145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70" name="text-034: Datasheet V2.1：p8 最多 8 个 AXI 端口；p10 仲裁特性"/>
          <p:cNvSpPr txBox="1"/>
          <p:nvPr/>
        </p:nvSpPr>
        <p:spPr>
          <a:xfrm>
            <a:off x="365760" y="6640678"/>
            <a:ext cx="716713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71" name="text-035: p14：独立 AXI Urgent 接口不支持。优先级 / QoS 的具体寄存器"/>
          <p:cNvSpPr txBox="1"/>
          <p:nvPr/>
        </p:nvSpPr>
        <p:spPr>
          <a:xfrm>
            <a:off x="365760" y="6884518"/>
            <a:ext cx="7817310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72" name="text-036: 多端口不会自动保证共享缓存一致性或旁路写的 AMO/LRSC 语义；RT 是否需"/>
          <p:cNvSpPr txBox="1"/>
          <p:nvPr/>
        </p:nvSpPr>
        <p:spPr>
          <a:xfrm>
            <a:off x="365760" y="7128358"/>
            <a:ext cx="7444704" cy="2316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自定义</PresentationFormat>
  <Paragraphs>100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Microsoft YaHei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Ara / DDR multiport — editable diagrams</dc:title>
  <dc:subject/>
  <dc:creator/>
  <cp:keywords/>
  <dc:description>generated using python-pptx</dc:description>
  <cp:lastModifiedBy>文尧 赵</cp:lastModifiedBy>
  <cp:revision>2</cp:revision>
  <dcterms:created xsi:type="dcterms:W3CDTF">2013-01-27T09:14:16Z</dcterms:created>
  <dcterms:modified xsi:type="dcterms:W3CDTF">2026-10-06T03:18:26Z</dcterms:modified>
  <cp:category/>
</cp:coreProperties>
</file>