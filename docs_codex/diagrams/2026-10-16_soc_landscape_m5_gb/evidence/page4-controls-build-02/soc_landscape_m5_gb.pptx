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196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7921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0969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62152"/>
          </a:xfrm>
          <a:custGeom>
            <a:avLst/>
            <a:gdLst/>
            <a:ahLst/>
            <a:cxnLst/>
            <a:rect l="0" t="0" r="r" b="b"/>
            <a:pathLst>
              <a:path w="198967" h="962152" fill="none">
                <a:moveTo>
                  <a:pt x="0" y="0"/>
                </a:moveTo>
                <a:lnTo>
                  <a:pt x="198967" y="0"/>
                </a:lnTo>
                <a:lnTo>
                  <a:pt x="198967" y="9621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758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75832"/>
            <a:ext cx="1" cy="84667"/>
          </a:xfrm>
          <a:custGeom>
            <a:avLst/>
            <a:gdLst/>
            <a:ahLst/>
            <a:cxnLst/>
            <a:rect l="0" t="0" r="r" b="b"/>
            <a:pathLst>
              <a:path w="1" h="84667" fill="none">
                <a:moveTo>
                  <a:pt x="0" y="0"/>
                </a:moveTo>
                <a:lnTo>
                  <a:pt x="0" y="84667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53.1"/>
          <p:cNvSpPr/>
          <p:nvPr/>
        </p:nvSpPr>
        <p:spPr>
          <a:xfrm>
            <a:off x="6028267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53.1"/>
          <p:cNvSpPr/>
          <p:nvPr/>
        </p:nvSpPr>
        <p:spPr>
          <a:xfrm>
            <a:off x="54662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53.1"/>
          <p:cNvSpPr/>
          <p:nvPr/>
        </p:nvSpPr>
        <p:spPr>
          <a:xfrm>
            <a:off x="123856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53.1"/>
          <p:cNvSpPr/>
          <p:nvPr/>
        </p:nvSpPr>
        <p:spPr>
          <a:xfrm>
            <a:off x="193050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53.1"/>
          <p:cNvSpPr/>
          <p:nvPr/>
        </p:nvSpPr>
        <p:spPr>
          <a:xfrm>
            <a:off x="262244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53.1"/>
          <p:cNvSpPr/>
          <p:nvPr/>
        </p:nvSpPr>
        <p:spPr>
          <a:xfrm>
            <a:off x="331438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53.1"/>
          <p:cNvSpPr/>
          <p:nvPr/>
        </p:nvSpPr>
        <p:spPr>
          <a:xfrm>
            <a:off x="400632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53.1"/>
          <p:cNvSpPr/>
          <p:nvPr/>
        </p:nvSpPr>
        <p:spPr>
          <a:xfrm>
            <a:off x="469825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53.1"/>
          <p:cNvSpPr/>
          <p:nvPr/>
        </p:nvSpPr>
        <p:spPr>
          <a:xfrm>
            <a:off x="539019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53.1"/>
          <p:cNvSpPr/>
          <p:nvPr/>
        </p:nvSpPr>
        <p:spPr>
          <a:xfrm>
            <a:off x="608213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53.1"/>
          <p:cNvSpPr/>
          <p:nvPr/>
        </p:nvSpPr>
        <p:spPr>
          <a:xfrm>
            <a:off x="677407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53.1"/>
          <p:cNvSpPr/>
          <p:nvPr/>
        </p:nvSpPr>
        <p:spPr>
          <a:xfrm>
            <a:off x="7466012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53.1"/>
          <p:cNvSpPr/>
          <p:nvPr/>
        </p:nvSpPr>
        <p:spPr>
          <a:xfrm>
            <a:off x="8157951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53.1"/>
          <p:cNvSpPr/>
          <p:nvPr/>
        </p:nvSpPr>
        <p:spPr>
          <a:xfrm>
            <a:off x="8849889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53.1"/>
          <p:cNvSpPr/>
          <p:nvPr/>
        </p:nvSpPr>
        <p:spPr>
          <a:xfrm>
            <a:off x="9541828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53.1"/>
          <p:cNvSpPr/>
          <p:nvPr/>
        </p:nvSpPr>
        <p:spPr>
          <a:xfrm>
            <a:off x="10233766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53.1"/>
          <p:cNvSpPr/>
          <p:nvPr/>
        </p:nvSpPr>
        <p:spPr>
          <a:xfrm>
            <a:off x="10925704" y="62588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60499"/>
            <a:ext cx="644525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7743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70400"/>
            <a:ext cx="880533" cy="3217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4839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42933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477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61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93602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403268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6835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6835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61569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45339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61569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45339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61569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64245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28047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748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367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6530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4191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65734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52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14112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30342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