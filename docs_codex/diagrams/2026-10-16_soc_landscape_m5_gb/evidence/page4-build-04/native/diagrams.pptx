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270933" y="4572000"/>
            <a:ext cx="5554133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75113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四口共享压缩器"/>
          <p:cNvSpPr txBox="1"/>
          <p:nvPr/>
        </p:nvSpPr>
        <p:spPr>
          <a:xfrm>
            <a:off x="6383867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四口共享解压器"/>
          <p:cNvSpPr txBox="1"/>
          <p:nvPr/>
        </p:nvSpPr>
        <p:spPr>
          <a:xfrm>
            <a:off x="7433733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独立 IRQ 向量"/>
          <p:cNvSpPr txBox="1"/>
          <p:nvPr/>
        </p:nvSpPr>
        <p:spPr>
          <a:xfrm>
            <a:off x="11563257" y="4988831"/>
            <a:ext cx="580152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独立 IRQ 向量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