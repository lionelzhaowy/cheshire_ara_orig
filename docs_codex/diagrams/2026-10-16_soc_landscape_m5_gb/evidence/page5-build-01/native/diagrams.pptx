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4375896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address-downstream"/>
          <p:cNvSpPr/>
          <p:nvPr/>
        </p:nvSpPr>
        <p:spPr>
          <a:xfrm>
            <a:off x="6976533" y="4938082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b-response"/>
          <p:cNvSpPr/>
          <p:nvPr/>
        </p:nvSpPr>
        <p:spPr>
          <a:xfrm>
            <a:off x="6163733" y="4667149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etadata-storage"/>
          <p:cNvSpPr/>
          <p:nvPr/>
        </p:nvSpPr>
        <p:spPr>
          <a:xfrm>
            <a:off x="6587067" y="5429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ompressor-route"/>
          <p:cNvSpPr/>
          <p:nvPr/>
        </p:nvSpPr>
        <p:spPr>
          <a:xfrm>
            <a:off x="7577667" y="5293682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ad-to-decoder"/>
          <p:cNvSpPr/>
          <p:nvPr/>
        </p:nvSpPr>
        <p:spPr>
          <a:xfrm>
            <a:off x="8483600" y="5293682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plain-bypass-route"/>
          <p:cNvSpPr/>
          <p:nvPr/>
        </p:nvSpPr>
        <p:spPr>
          <a:xfrm>
            <a:off x="9389533" y="5293682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604000" y="5700082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front-ddr-1"/>
          <p:cNvSpPr/>
          <p:nvPr/>
        </p:nvSpPr>
        <p:spPr>
          <a:xfrm>
            <a:off x="7535333" y="5700082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2"/>
          <p:cNvSpPr/>
          <p:nvPr/>
        </p:nvSpPr>
        <p:spPr>
          <a:xfrm>
            <a:off x="8466667" y="5700082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ddr-3"/>
          <p:cNvSpPr/>
          <p:nvPr/>
        </p:nvSpPr>
        <p:spPr>
          <a:xfrm>
            <a:off x="9398000" y="5700082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rgbClr val="DAE3F3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metadata"/>
          <p:cNvSpPr/>
          <p:nvPr/>
        </p:nvSpPr>
        <p:spPr>
          <a:xfrm>
            <a:off x="6197600" y="5209016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front-route"/>
          <p:cNvSpPr/>
          <p:nvPr/>
        </p:nvSpPr>
        <p:spPr>
          <a:xfrm>
            <a:off x="6197600" y="553074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7" name="metadata-t0: 块地址 / 元数据"/>
          <p:cNvSpPr txBox="1"/>
          <p:nvPr/>
        </p:nvSpPr>
        <p:spPr>
          <a:xfrm>
            <a:off x="6202108" y="52489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6" name="front-route-t0: 下游 AXI 路由 / R、B 响应匹配"/>
          <p:cNvSpPr txBox="1"/>
          <p:nvPr/>
        </p:nvSpPr>
        <p:spPr>
          <a:xfrm>
            <a:off x="7283945" y="554023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5" name="legend-return: 单向接口：省略响应箭头"/>
          <p:cNvSpPr txBox="1"/>
          <p:nvPr/>
        </p:nvSpPr>
        <p:spPr>
          <a:xfrm>
            <a:off x="10214187" y="4010407"/>
            <a:ext cx="97536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单向接口：省略响应箭头</a:t>
            </a:r>
          </a:p>
        </p:txBody>
      </p:sp>
      <p:sp>
        <p:nvSpPr>
          <p:cNvPr id="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