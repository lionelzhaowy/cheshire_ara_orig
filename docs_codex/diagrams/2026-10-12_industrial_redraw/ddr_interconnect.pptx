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470263" y="193957"/>
            <a:ext cx="8109634" cy="718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3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501614" y="899561"/>
            <a:ext cx="709852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627017" y="2090057"/>
            <a:ext cx="8778240" cy="4493623"/>
          </a:xfrm>
          <a:prstGeom prst="rect">
            <a:avLst/>
          </a:prstGeom>
          <a:solidFill>
            <a:srgbClr val="F1D7D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3509508" y="2200830"/>
            <a:ext cx="3013258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940526" y="3030583"/>
            <a:ext cx="2299063" cy="141078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1601702" y="3341792"/>
            <a:ext cx="97671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o8: 标量访存"/>
          <p:cNvSpPr txBox="1"/>
          <p:nvPr/>
        </p:nvSpPr>
        <p:spPr>
          <a:xfrm>
            <a:off x="1463040" y="3742247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标量访存</a:t>
            </a:r>
          </a:p>
        </p:txBody>
      </p:sp>
      <p:sp>
        <p:nvSpPr>
          <p:cNvPr id="9" name="ara"/>
          <p:cNvSpPr/>
          <p:nvPr/>
        </p:nvSpPr>
        <p:spPr>
          <a:xfrm>
            <a:off x="4180114" y="3030583"/>
            <a:ext cx="4859383" cy="1149531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6256039" y="3211164"/>
            <a:ext cx="70753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5486441" y="3611619"/>
            <a:ext cx="224673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4180114" y="4754880"/>
            <a:ext cx="130628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4180114" y="4906409"/>
            <a:ext cx="1306286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4488398" y="5295578"/>
            <a:ext cx="689719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5747657" y="4754880"/>
            <a:ext cx="1306286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5747657" y="4906409"/>
            <a:ext cx="1306286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6055941" y="5295578"/>
            <a:ext cx="689719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7315200" y="4754880"/>
            <a:ext cx="1724297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7524206" y="4906409"/>
            <a:ext cx="1306286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7602583" y="5295578"/>
            <a:ext cx="1149531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4828032" y="4180114"/>
            <a:ext cx="0" cy="574766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5486400" y="5277394"/>
            <a:ext cx="261257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7053943" y="5277394"/>
            <a:ext cx="261257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9718766" y="2090057"/>
            <a:ext cx="9405257" cy="4493623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12719761" y="2200830"/>
            <a:ext cx="3403266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10032274" y="3187337"/>
            <a:ext cx="2299063" cy="1463040"/>
          </a:xfrm>
          <a:prstGeom prst="rect">
            <a:avLst/>
          </a:prstGeom>
          <a:solidFill>
            <a:srgbClr val="F1D7D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10427124" y="3524672"/>
            <a:ext cx="150936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10303982" y="3925127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12697097" y="3187337"/>
            <a:ext cx="2612571" cy="1463040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GB 访问适配"/>
          <p:cNvSpPr txBox="1"/>
          <p:nvPr/>
        </p:nvSpPr>
        <p:spPr>
          <a:xfrm>
            <a:off x="13040969" y="3524672"/>
            <a:ext cx="192482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12932923" y="3925127"/>
            <a:ext cx="214092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15675429" y="3187337"/>
            <a:ext cx="3030583" cy="1463040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16214712" y="3347018"/>
            <a:ext cx="195201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16020206" y="3747472"/>
            <a:ext cx="2341027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16172552" y="4102782"/>
            <a:ext cx="2036336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15675429" y="5172891"/>
            <a:ext cx="3030583" cy="104502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16085268" y="5301221"/>
            <a:ext cx="221090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16461445" y="5701676"/>
            <a:ext cx="145855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12331337" y="3918857"/>
            <a:ext cx="365760" cy="0"/>
          </a:xfrm>
          <a:prstGeom prst="line">
            <a:avLst/>
          </a:prstGeom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15309669" y="3918857"/>
            <a:ext cx="365760" cy="0"/>
          </a:xfrm>
          <a:prstGeom prst="line">
            <a:avLst/>
          </a:prstGeom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14003383" y="4650377"/>
            <a:ext cx="1672046" cy="1045029"/>
          </a:xfrm>
          <a:custGeom>
            <a:avLst/>
            <a:gdLst/>
            <a:ahLst/>
            <a:cxnLst/>
            <a:rect l="0" t="0" r="r" b="b"/>
            <a:pathLst>
              <a:path w="1672046" h="1045029" fill="none">
                <a:moveTo>
                  <a:pt x="1672046" y="1045029"/>
                </a:moveTo>
                <a:lnTo>
                  <a:pt x="0" y="1045029"/>
                </a:lnTo>
                <a:lnTo>
                  <a:pt x="0" y="0"/>
                </a:lnTo>
              </a:path>
            </a:pathLst>
          </a:custGeom>
          <a:noFill/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7053943" y="2926080"/>
            <a:ext cx="6113417" cy="2037806"/>
          </a:xfrm>
          <a:custGeom>
            <a:avLst/>
            <a:gdLst/>
            <a:ahLst/>
            <a:cxnLst/>
            <a:rect l="0" t="0" r="r" b="b"/>
            <a:pathLst>
              <a:path w="6113417" h="2037806" fill="none">
                <a:moveTo>
                  <a:pt x="0" y="2037806"/>
                </a:moveTo>
                <a:lnTo>
                  <a:pt x="114953" y="2037806"/>
                </a:lnTo>
                <a:lnTo>
                  <a:pt x="114953" y="1515291"/>
                </a:lnTo>
                <a:lnTo>
                  <a:pt x="2487168" y="1515291"/>
                </a:lnTo>
                <a:lnTo>
                  <a:pt x="2487168" y="0"/>
                </a:lnTo>
                <a:lnTo>
                  <a:pt x="6113417" y="0"/>
                </a:lnTo>
                <a:lnTo>
                  <a:pt x="6113417" y="261257"/>
                </a:lnTo>
              </a:path>
            </a:pathLst>
          </a:custGeom>
          <a:noFill/>
          <a:ln w="3135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19437531" y="2090057"/>
            <a:ext cx="9196251" cy="4493623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22205273" y="2200830"/>
            <a:ext cx="3660768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19803291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20081343" y="4141030"/>
            <a:ext cx="906938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19895336" y="4564058"/>
            <a:ext cx="1278952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21475337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21487502" y="4141030"/>
            <a:ext cx="1438710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21684343" y="4564058"/>
            <a:ext cx="1045029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23147383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23547621" y="4141030"/>
            <a:ext cx="662564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23197593" y="4564058"/>
            <a:ext cx="1362619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24819429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25007534" y="4141030"/>
            <a:ext cx="1086830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24970345" y="4564058"/>
            <a:ext cx="1161206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26491474" y="3866606"/>
            <a:ext cx="1672046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26738175" y="4141030"/>
            <a:ext cx="1178645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26700978" y="4564058"/>
            <a:ext cx="1253038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21266331" y="4389120"/>
            <a:ext cx="209006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22938377" y="4389120"/>
            <a:ext cx="209006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24610423" y="4389120"/>
            <a:ext cx="209006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26282469" y="4389120"/>
            <a:ext cx="209005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23042880" y="3448594"/>
            <a:ext cx="2508069" cy="940526"/>
          </a:xfrm>
          <a:custGeom>
            <a:avLst/>
            <a:gdLst/>
            <a:ahLst/>
            <a:cxnLst/>
            <a:rect l="0" t="0" r="r" b="b"/>
            <a:pathLst>
              <a:path w="2508069" h="940526" fill="none">
                <a:moveTo>
                  <a:pt x="0" y="940526"/>
                </a:moveTo>
                <a:lnTo>
                  <a:pt x="0" y="0"/>
                </a:lnTo>
                <a:lnTo>
                  <a:pt x="2508069" y="0"/>
                </a:lnTo>
                <a:lnTo>
                  <a:pt x="2508069" y="418011"/>
                </a:lnTo>
              </a:path>
            </a:pathLst>
          </a:custGeom>
          <a:noFill/>
          <a:ln w="31351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23001079" y="4347319"/>
            <a:ext cx="83602" cy="83602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25516708" y="3074892"/>
            <a:ext cx="1218013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14630400" y="2926080"/>
            <a:ext cx="9436608" cy="940526"/>
          </a:xfrm>
          <a:custGeom>
            <a:avLst/>
            <a:gdLst/>
            <a:ahLst/>
            <a:cxnLst/>
            <a:rect l="0" t="0" r="r" b="b"/>
            <a:pathLst>
              <a:path w="9436608" h="940526" fill="none">
                <a:moveTo>
                  <a:pt x="9248503" y="940526"/>
                </a:moveTo>
                <a:lnTo>
                  <a:pt x="9248503" y="627017"/>
                </a:lnTo>
                <a:cubicBezTo>
                  <a:pt x="9436608" y="627017"/>
                  <a:pt x="9436608" y="418011"/>
                  <a:pt x="9248503" y="418011"/>
                </a:cubicBezTo>
                <a:lnTo>
                  <a:pt x="9248503" y="0"/>
                </a:lnTo>
                <a:lnTo>
                  <a:pt x="0" y="0"/>
                </a:lnTo>
                <a:lnTo>
                  <a:pt x="0" y="261257"/>
                </a:lnTo>
              </a:path>
            </a:pathLst>
          </a:custGeom>
          <a:noFill/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19220672" y="2615916"/>
            <a:ext cx="147874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731520" y="8360229"/>
            <a:ext cx="13167360" cy="1254034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5875543" y="8538928"/>
            <a:ext cx="2879315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6575761" y="9018388"/>
            <a:ext cx="147887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2090057" y="4441371"/>
            <a:ext cx="522514" cy="3918857"/>
          </a:xfrm>
          <a:custGeom>
            <a:avLst/>
            <a:gdLst/>
            <a:ahLst/>
            <a:cxnLst/>
            <a:rect l="0" t="0" r="r" b="b"/>
            <a:pathLst>
              <a:path w="522514" h="3918857" fill="none">
                <a:moveTo>
                  <a:pt x="0" y="0"/>
                </a:moveTo>
                <a:lnTo>
                  <a:pt x="0" y="2873829"/>
                </a:lnTo>
                <a:lnTo>
                  <a:pt x="522514" y="2873829"/>
                </a:lnTo>
                <a:lnTo>
                  <a:pt x="522514" y="3918857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7315200" y="5799909"/>
            <a:ext cx="856923" cy="2560320"/>
          </a:xfrm>
          <a:custGeom>
            <a:avLst/>
            <a:gdLst/>
            <a:ahLst/>
            <a:cxnLst/>
            <a:rect l="0" t="0" r="r" b="b"/>
            <a:pathLst>
              <a:path w="856923" h="2560320" fill="none">
                <a:moveTo>
                  <a:pt x="856923" y="0"/>
                </a:moveTo>
                <a:lnTo>
                  <a:pt x="856923" y="1724297"/>
                </a:lnTo>
                <a:lnTo>
                  <a:pt x="0" y="1724297"/>
                </a:lnTo>
                <a:lnTo>
                  <a:pt x="0" y="2560320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4180114" y="10972800"/>
            <a:ext cx="2717074" cy="141078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4807131" y="11284010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4721692" y="11684464"/>
            <a:ext cx="163391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8151223" y="10972800"/>
            <a:ext cx="3030583" cy="141078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8827250" y="11284010"/>
            <a:ext cx="167852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79" name="o79: 保留 · 不等于 GB"/>
          <p:cNvSpPr txBox="1"/>
          <p:nvPr/>
        </p:nvSpPr>
        <p:spPr>
          <a:xfrm>
            <a:off x="8610995" y="11684464"/>
            <a:ext cx="211103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保留 · 不等于 GB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5538651" y="9614263"/>
            <a:ext cx="0" cy="1358537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6897189" y="11672969"/>
            <a:ext cx="1254034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14630400" y="8360229"/>
            <a:ext cx="10972800" cy="5590903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18067760" y="13414823"/>
            <a:ext cx="4098080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15257417" y="9718766"/>
            <a:ext cx="167204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15768828" y="9847095"/>
            <a:ext cx="64922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15459393" y="10270123"/>
            <a:ext cx="1268093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16093440" y="10763794"/>
            <a:ext cx="0" cy="470263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19333029" y="9718766"/>
            <a:ext cx="167204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19844439" y="9847095"/>
            <a:ext cx="64922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19564878" y="10270123"/>
            <a:ext cx="1208347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20169051" y="10763794"/>
            <a:ext cx="0" cy="470263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23408640" y="9718766"/>
            <a:ext cx="167204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23920051" y="9847095"/>
            <a:ext cx="64922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23784850" y="10270123"/>
            <a:ext cx="919625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24244663" y="10763794"/>
            <a:ext cx="0" cy="470263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11181806" y="9353006"/>
            <a:ext cx="4911634" cy="2319963"/>
          </a:xfrm>
          <a:custGeom>
            <a:avLst/>
            <a:gdLst/>
            <a:ahLst/>
            <a:cxnLst/>
            <a:rect l="0" t="0" r="r" b="b"/>
            <a:pathLst>
              <a:path w="4911634" h="2319963" fill="none">
                <a:moveTo>
                  <a:pt x="0" y="2319963"/>
                </a:moveTo>
                <a:lnTo>
                  <a:pt x="3030583" y="2319963"/>
                </a:lnTo>
                <a:lnTo>
                  <a:pt x="3030583" y="0"/>
                </a:lnTo>
                <a:lnTo>
                  <a:pt x="4911634" y="0"/>
                </a:lnTo>
                <a:lnTo>
                  <a:pt x="4911634" y="365760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18706011" y="5695406"/>
            <a:ext cx="1463040" cy="4023360"/>
          </a:xfrm>
          <a:custGeom>
            <a:avLst/>
            <a:gdLst/>
            <a:ahLst/>
            <a:cxnLst/>
            <a:rect l="0" t="0" r="r" b="b"/>
            <a:pathLst>
              <a:path w="1463040" h="4023360" fill="none">
                <a:moveTo>
                  <a:pt x="0" y="0"/>
                </a:moveTo>
                <a:lnTo>
                  <a:pt x="522514" y="0"/>
                </a:lnTo>
                <a:lnTo>
                  <a:pt x="522514" y="1933303"/>
                </a:lnTo>
                <a:lnTo>
                  <a:pt x="1463040" y="1933303"/>
                </a:lnTo>
                <a:lnTo>
                  <a:pt x="1463040" y="4023360"/>
                </a:lnTo>
              </a:path>
            </a:pathLst>
          </a:custGeom>
          <a:noFill/>
          <a:ln w="3135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24244663" y="5172891"/>
            <a:ext cx="3082834" cy="4545874"/>
          </a:xfrm>
          <a:custGeom>
            <a:avLst/>
            <a:gdLst/>
            <a:ahLst/>
            <a:cxnLst/>
            <a:rect l="0" t="0" r="r" b="b"/>
            <a:pathLst>
              <a:path w="3082834" h="4545874" fill="none">
                <a:moveTo>
                  <a:pt x="3082834" y="0"/>
                </a:moveTo>
                <a:lnTo>
                  <a:pt x="3082834" y="2455817"/>
                </a:lnTo>
                <a:lnTo>
                  <a:pt x="0" y="2455817"/>
                </a:lnTo>
                <a:lnTo>
                  <a:pt x="0" y="4545874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16093440" y="11234057"/>
            <a:ext cx="8151223" cy="0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15257417" y="11913326"/>
            <a:ext cx="3239589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15716054" y="12198410"/>
            <a:ext cx="232231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15932032" y="12598864"/>
            <a:ext cx="189035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19228526" y="11913326"/>
            <a:ext cx="5747657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20149833" y="12391531"/>
            <a:ext cx="3905043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16877211" y="11234057"/>
            <a:ext cx="0" cy="679269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18497006" y="12592594"/>
            <a:ext cx="731520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26125714" y="11913326"/>
            <a:ext cx="2403566" cy="1358537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26473790" y="12198410"/>
            <a:ext cx="170741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26700480" y="12598864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24976183" y="12592594"/>
            <a:ext cx="1149531" cy="0"/>
          </a:xfrm>
          <a:prstGeom prst="line">
            <a:avLst/>
          </a:prstGeom>
          <a:ln w="3135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5257669" y="13698653"/>
            <a:ext cx="4428570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5184101" y="14168915"/>
            <a:ext cx="457570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574766" y="15988937"/>
            <a:ext cx="679268" cy="0"/>
          </a:xfrm>
          <a:prstGeom prst="line">
            <a:avLst/>
          </a:prstGeom>
          <a:ln w="2612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1410789" y="15824241"/>
            <a:ext cx="1719137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6113417" y="15988937"/>
            <a:ext cx="679269" cy="0"/>
          </a:xfrm>
          <a:prstGeom prst="line">
            <a:avLst/>
          </a:prstGeom>
          <a:ln w="2612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6949440" y="15824241"/>
            <a:ext cx="1512352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11652069" y="15988937"/>
            <a:ext cx="679268" cy="0"/>
          </a:xfrm>
          <a:prstGeom prst="line">
            <a:avLst/>
          </a:prstGeom>
          <a:ln w="2612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12488091" y="15824241"/>
            <a:ext cx="919625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