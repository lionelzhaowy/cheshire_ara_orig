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196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7921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0969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57387"/>
          </a:xfrm>
          <a:custGeom>
            <a:avLst/>
            <a:gdLst/>
            <a:ahLst/>
            <a:cxnLst/>
            <a:rect l="0" t="0" r="r" b="b"/>
            <a:pathLst>
              <a:path w="2584148" h="257387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573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21467"/>
          </a:xfrm>
          <a:custGeom>
            <a:avLst/>
            <a:gdLst/>
            <a:ahLst/>
            <a:cxnLst/>
            <a:rect l="0" t="0" r="r" b="b"/>
            <a:pathLst>
              <a:path w="2688167" h="2421467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214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41600"/>
          </a:xfrm>
          <a:custGeom>
            <a:avLst/>
            <a:gdLst/>
            <a:ahLst/>
            <a:cxnLst/>
            <a:rect l="0" t="0" r="r" b="b"/>
            <a:pathLst>
              <a:path w="2727396" h="2641600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4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758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53.1"/>
          <p:cNvSpPr/>
          <p:nvPr/>
        </p:nvSpPr>
        <p:spPr>
          <a:xfrm>
            <a:off x="54662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53.1"/>
          <p:cNvSpPr/>
          <p:nvPr/>
        </p:nvSpPr>
        <p:spPr>
          <a:xfrm>
            <a:off x="123856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53.1"/>
          <p:cNvSpPr/>
          <p:nvPr/>
        </p:nvSpPr>
        <p:spPr>
          <a:xfrm>
            <a:off x="193050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53.1"/>
          <p:cNvSpPr/>
          <p:nvPr/>
        </p:nvSpPr>
        <p:spPr>
          <a:xfrm>
            <a:off x="262244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53.1"/>
          <p:cNvSpPr/>
          <p:nvPr/>
        </p:nvSpPr>
        <p:spPr>
          <a:xfrm>
            <a:off x="331438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53.1"/>
          <p:cNvSpPr/>
          <p:nvPr/>
        </p:nvSpPr>
        <p:spPr>
          <a:xfrm>
            <a:off x="400632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53.1"/>
          <p:cNvSpPr/>
          <p:nvPr/>
        </p:nvSpPr>
        <p:spPr>
          <a:xfrm>
            <a:off x="469825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53.1"/>
          <p:cNvSpPr/>
          <p:nvPr/>
        </p:nvSpPr>
        <p:spPr>
          <a:xfrm>
            <a:off x="539019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53.1"/>
          <p:cNvSpPr/>
          <p:nvPr/>
        </p:nvSpPr>
        <p:spPr>
          <a:xfrm>
            <a:off x="608213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53.1"/>
          <p:cNvSpPr/>
          <p:nvPr/>
        </p:nvSpPr>
        <p:spPr>
          <a:xfrm>
            <a:off x="677407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53.1"/>
          <p:cNvSpPr/>
          <p:nvPr/>
        </p:nvSpPr>
        <p:spPr>
          <a:xfrm>
            <a:off x="746601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53.1"/>
          <p:cNvSpPr/>
          <p:nvPr/>
        </p:nvSpPr>
        <p:spPr>
          <a:xfrm>
            <a:off x="815795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53.1"/>
          <p:cNvSpPr/>
          <p:nvPr/>
        </p:nvSpPr>
        <p:spPr>
          <a:xfrm>
            <a:off x="884988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53.1"/>
          <p:cNvSpPr/>
          <p:nvPr/>
        </p:nvSpPr>
        <p:spPr>
          <a:xfrm>
            <a:off x="954182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53.1"/>
          <p:cNvSpPr/>
          <p:nvPr/>
        </p:nvSpPr>
        <p:spPr>
          <a:xfrm>
            <a:off x="1023376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53.1"/>
          <p:cNvSpPr/>
          <p:nvPr/>
        </p:nvSpPr>
        <p:spPr>
          <a:xfrm>
            <a:off x="1092570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70400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4839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42933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477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61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四口共享前端 · 区域选择 / 事务跟踪"/>
          <p:cNvSpPr txBox="1"/>
          <p:nvPr/>
        </p:nvSpPr>
        <p:spPr>
          <a:xfrm>
            <a:off x="7164935" y="3968496"/>
            <a:ext cx="17229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四口共享前端 · 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61569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61569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45339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61569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64245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28047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748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367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6530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4191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65734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52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14112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30342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