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8218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5829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4344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6105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8661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20958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97064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7317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549278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725384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9627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90149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