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mmc-physical"/>
          <p:cNvSpPr/>
          <p:nvPr/>
        </p:nvSpPr>
        <p:spPr>
          <a:xfrm>
            <a:off x="8228189" y="2330349"/>
            <a:ext cx="3540478" cy="84667"/>
          </a:xfrm>
          <a:custGeom>
            <a:avLst/>
            <a:gdLst/>
            <a:ahLst/>
            <a:cxnLst/>
            <a:rect l="0" t="0" r="r" b="b"/>
            <a:pathLst>
              <a:path w="3540478" h="84667" fill="none">
                <a:moveTo>
                  <a:pt x="3540478" y="84667"/>
                </a:moveTo>
                <a:lnTo>
                  <a:pt x="3540478" y="0"/>
                </a:lnTo>
                <a:lnTo>
                  <a:pt x="1975837" y="0"/>
                </a:lnTo>
                <a:cubicBezTo>
                  <a:pt x="1957775" y="36124"/>
                  <a:pt x="1939713" y="36124"/>
                  <a:pt x="1921651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1" y="0"/>
                </a:cubicBezTo>
                <a:lnTo>
                  <a:pt x="1772638" y="0"/>
                </a:lnTo>
                <a:cubicBezTo>
                  <a:pt x="1754576" y="36124"/>
                  <a:pt x="1736513" y="36124"/>
                  <a:pt x="1718451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