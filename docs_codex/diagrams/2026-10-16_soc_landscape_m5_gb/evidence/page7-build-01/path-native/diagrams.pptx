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frame-f2"/>
          <p:cNvSpPr/>
          <p:nvPr/>
        </p:nvSpPr>
        <p:spPr>
          <a:xfrm>
            <a:off x="8072967" y="1839282"/>
            <a:ext cx="3121096" cy="2475653"/>
          </a:xfrm>
          <a:custGeom>
            <a:avLst/>
            <a:gdLst/>
            <a:ahLst/>
            <a:cxnLst/>
            <a:rect l="0" t="0" r="r" b="b"/>
            <a:pathLst>
              <a:path w="3121096" h="2475653" fill="none">
                <a:moveTo>
                  <a:pt x="0" y="0"/>
                </a:moveTo>
                <a:lnTo>
                  <a:pt x="0" y="152400"/>
                </a:lnTo>
                <a:lnTo>
                  <a:pt x="1118447" y="152400"/>
                </a:lnTo>
                <a:cubicBezTo>
                  <a:pt x="1131993" y="134338"/>
                  <a:pt x="1145540" y="134338"/>
                  <a:pt x="1159087" y="152400"/>
                </a:cubicBezTo>
                <a:lnTo>
                  <a:pt x="3103033" y="152400"/>
                </a:lnTo>
                <a:lnTo>
                  <a:pt x="3103033" y="487680"/>
                </a:lnTo>
                <a:cubicBezTo>
                  <a:pt x="3121096" y="501227"/>
                  <a:pt x="3121096" y="514773"/>
                  <a:pt x="3103033" y="528320"/>
                </a:cubicBezTo>
                <a:lnTo>
                  <a:pt x="3103033" y="2286000"/>
                </a:lnTo>
                <a:lnTo>
                  <a:pt x="1971887" y="2286000"/>
                </a:lnTo>
                <a:cubicBezTo>
                  <a:pt x="1958340" y="2267938"/>
                  <a:pt x="1944793" y="2267938"/>
                  <a:pt x="1931247" y="2286000"/>
                </a:cubicBezTo>
                <a:lnTo>
                  <a:pt x="393700" y="2286000"/>
                </a:lnTo>
                <a:lnTo>
                  <a:pt x="393700" y="2316480"/>
                </a:lnTo>
                <a:cubicBezTo>
                  <a:pt x="411762" y="2330027"/>
                  <a:pt x="411762" y="2343573"/>
                  <a:pt x="393700" y="2357120"/>
                </a:cubicBezTo>
                <a:lnTo>
                  <a:pt x="393700" y="24756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