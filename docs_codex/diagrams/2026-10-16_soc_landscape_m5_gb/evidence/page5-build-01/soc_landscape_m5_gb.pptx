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  <p:sldId id="810" r:id="rId13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：F0–F3及四条下游DDR接口双向表示请求/响应；F2写入的反向是B响应，F3读取的反向是R数据，不改变发起者。C1–C8/C9–C16位于Regbus下方两行；恢复第3页原生标题，正文下移，不缩小字体。仅图稿规划，未修改RTL或冻结接口参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429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700082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700082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700082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700082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399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14653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3531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5597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76629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972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53074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489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54023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78718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85305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29189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498478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705065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911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向接口：省略响应箭头"/>
          <p:cNvSpPr txBox="1"/>
          <p:nvPr/>
        </p:nvSpPr>
        <p:spPr>
          <a:xfrm>
            <a:off x="10214187" y="4010407"/>
            <a:ext cx="97536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单向接口：省略响应箭头</a:t>
            </a:r>
          </a:p>
        </p:txBody>
      </p:sp>
      <p:sp>
        <p:nvSpPr>
          <p:cNvPr id="1546" name="legend-status: 虚线框：规划 / 可选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  <vt:lpstr>SoC硬件层：双向DDR接口 / 两行扩展配置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