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645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启动初始化的软硬件对应关系"/>
          <p:cNvSpPr txBox="1"/>
          <p:nvPr/>
        </p:nvSpPr>
        <p:spPr>
          <a:xfrm>
            <a:off x="548640" y="226284"/>
            <a:ext cx="7339584" cy="8388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启动初始化的软硬件对应关系</a:t>
            </a:r>
          </a:p>
        </p:txBody>
      </p:sp>
      <p:sp>
        <p:nvSpPr>
          <p:cNvPr id="3" name="o3: 源码快照：Bootrom=1 · PlatformRom=0 · 内部 LLC "/>
          <p:cNvSpPr txBox="1"/>
          <p:nvPr/>
        </p:nvSpPr>
        <p:spPr>
          <a:xfrm>
            <a:off x="585216" y="1049487"/>
            <a:ext cx="925744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源码快照：Bootrom=1 · PlatformRom=0 · 内部 LLC · 根 SDK 载荷入口</a:t>
            </a:r>
          </a:p>
        </p:txBody>
      </p:sp>
      <p:sp>
        <p:nvSpPr>
          <p:cNvPr id="4" name="hardware"/>
          <p:cNvSpPr/>
          <p:nvPr/>
        </p:nvSpPr>
        <p:spPr>
          <a:xfrm>
            <a:off x="731520" y="2316480"/>
            <a:ext cx="14752320" cy="1170432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硬件：存储、总线与自主状态机"/>
          <p:cNvSpPr txBox="1"/>
          <p:nvPr/>
        </p:nvSpPr>
        <p:spPr>
          <a:xfrm>
            <a:off x="5364480" y="2445715"/>
            <a:ext cx="5486400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硬件：存储、总线与自主状态机</a:t>
            </a:r>
          </a:p>
        </p:txBody>
      </p:sp>
      <p:sp>
        <p:nvSpPr>
          <p:cNvPr id="6" name="software"/>
          <p:cNvSpPr/>
          <p:nvPr/>
        </p:nvSpPr>
        <p:spPr>
          <a:xfrm>
            <a:off x="17678400" y="2316480"/>
            <a:ext cx="10850880" cy="11704320"/>
          </a:xfrm>
          <a:prstGeom prst="rect">
            <a:avLst/>
          </a:prstGeom>
          <a:solidFill>
            <a:srgbClr val="F1D7D9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软件：由同一个 CVA6 执行"/>
          <p:cNvSpPr txBox="1"/>
          <p:nvPr/>
        </p:nvSpPr>
        <p:spPr>
          <a:xfrm>
            <a:off x="20737820" y="2445715"/>
            <a:ext cx="4732039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软件：由同一个 CVA6 执行</a:t>
            </a:r>
          </a:p>
        </p:txBody>
      </p:sp>
      <p:sp>
        <p:nvSpPr>
          <p:cNvPr id="8" name="clock-reset"/>
          <p:cNvSpPr/>
          <p:nvPr/>
        </p:nvSpPr>
        <p:spPr>
          <a:xfrm>
            <a:off x="1219200" y="3413760"/>
            <a:ext cx="13776960" cy="731520"/>
          </a:xfrm>
          <a:prstGeom prst="rect">
            <a:avLst/>
          </a:prstGeom>
          <a:solidFill>
            <a:srgbClr val="E8DFED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9: 外围平台提供有效 clk_i / rst_ni"/>
          <p:cNvSpPr txBox="1"/>
          <p:nvPr/>
        </p:nvSpPr>
        <p:spPr>
          <a:xfrm>
            <a:off x="5759796" y="3544946"/>
            <a:ext cx="4695768" cy="5071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9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外围平台提供有效 clk_i / rst_ni</a:t>
            </a:r>
          </a:p>
        </p:txBody>
      </p:sp>
      <p:sp>
        <p:nvSpPr>
          <p:cNvPr id="10" name="cpu"/>
          <p:cNvSpPr/>
          <p:nvPr/>
        </p:nvSpPr>
        <p:spPr>
          <a:xfrm>
            <a:off x="1219200" y="4876800"/>
            <a:ext cx="3901440" cy="15240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11: CVA6"/>
          <p:cNvSpPr txBox="1"/>
          <p:nvPr/>
        </p:nvSpPr>
        <p:spPr>
          <a:xfrm>
            <a:off x="2600173" y="5178918"/>
            <a:ext cx="1139495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2" name="o12: 取指并执行机器指令"/>
          <p:cNvSpPr txBox="1"/>
          <p:nvPr/>
        </p:nvSpPr>
        <p:spPr>
          <a:xfrm>
            <a:off x="1706880" y="5646115"/>
            <a:ext cx="292608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取指并执行机器指令</a:t>
            </a:r>
          </a:p>
        </p:txBody>
      </p:sp>
      <p:sp>
        <p:nvSpPr>
          <p:cNvPr id="13" name="bist"/>
          <p:cNvSpPr/>
          <p:nvPr/>
        </p:nvSpPr>
        <p:spPr>
          <a:xfrm>
            <a:off x="10363200" y="4876800"/>
            <a:ext cx="4632960" cy="15240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14: LLC tag BIST"/>
          <p:cNvSpPr txBox="1"/>
          <p:nvPr/>
        </p:nvSpPr>
        <p:spPr>
          <a:xfrm>
            <a:off x="11557359" y="5178918"/>
            <a:ext cx="2244642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tag BIST</a:t>
            </a:r>
          </a:p>
        </p:txBody>
      </p:sp>
      <p:sp>
        <p:nvSpPr>
          <p:cNvPr id="15" name="o15: 复位后自主读写测试"/>
          <p:cNvSpPr txBox="1"/>
          <p:nvPr/>
        </p:nvSpPr>
        <p:spPr>
          <a:xfrm>
            <a:off x="11216640" y="5646115"/>
            <a:ext cx="292608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复位后自主读写测试</a:t>
            </a:r>
          </a:p>
        </p:txBody>
      </p:sp>
      <p:cxnSp>
        <p:nvCxnSpPr>
          <p:cNvPr id="16" name="clock-cpu"/>
          <p:cNvCxnSpPr/>
          <p:nvPr/>
        </p:nvCxnSpPr>
        <p:spPr>
          <a:xfrm>
            <a:off x="3169920" y="4145280"/>
            <a:ext cx="0" cy="731520"/>
          </a:xfrm>
          <a:prstGeom prst="line">
            <a:avLst/>
          </a:prstGeom>
          <a:ln w="36576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17" name="clock-bist"/>
          <p:cNvCxnSpPr/>
          <p:nvPr/>
        </p:nvCxnSpPr>
        <p:spPr>
          <a:xfrm>
            <a:off x="12679680" y="4145280"/>
            <a:ext cx="0" cy="731520"/>
          </a:xfrm>
          <a:prstGeom prst="line">
            <a:avLst/>
          </a:prstGeom>
          <a:ln w="36576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8" name="rom"/>
          <p:cNvSpPr/>
          <p:nvPr/>
        </p:nvSpPr>
        <p:spPr>
          <a:xfrm>
            <a:off x="1219200" y="7437120"/>
            <a:ext cx="5730240" cy="256032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Boot ROM ① / ②"/>
          <p:cNvSpPr txBox="1"/>
          <p:nvPr/>
        </p:nvSpPr>
        <p:spPr>
          <a:xfrm>
            <a:off x="2576598" y="7842870"/>
            <a:ext cx="3015444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 ① / ②</a:t>
            </a:r>
          </a:p>
        </p:txBody>
      </p:sp>
      <p:sp>
        <p:nvSpPr>
          <p:cNvPr id="20" name="o20: 0x02000000"/>
          <p:cNvSpPr txBox="1"/>
          <p:nvPr/>
        </p:nvSpPr>
        <p:spPr>
          <a:xfrm>
            <a:off x="3084195" y="8310067"/>
            <a:ext cx="200025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0x02000000</a:t>
            </a:r>
          </a:p>
        </p:txBody>
      </p:sp>
      <p:sp>
        <p:nvSpPr>
          <p:cNvPr id="21" name="o21: cheshire_bootrom.sv"/>
          <p:cNvSpPr txBox="1"/>
          <p:nvPr/>
        </p:nvSpPr>
        <p:spPr>
          <a:xfrm>
            <a:off x="2608564" y="8724595"/>
            <a:ext cx="295151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cheshire_bootrom.sv</a:t>
            </a:r>
          </a:p>
        </p:txBody>
      </p:sp>
      <p:sp>
        <p:nvSpPr>
          <p:cNvPr id="22" name="o22: S / C 预编译为 ROM 内容"/>
          <p:cNvSpPr txBox="1"/>
          <p:nvPr/>
        </p:nvSpPr>
        <p:spPr>
          <a:xfrm>
            <a:off x="2276808" y="9139123"/>
            <a:ext cx="361502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 / C 预编译为 ROM 内容</a:t>
            </a:r>
          </a:p>
        </p:txBody>
      </p:sp>
      <p:sp>
        <p:nvSpPr>
          <p:cNvPr id="23" name="llc-regs"/>
          <p:cNvSpPr/>
          <p:nvPr/>
        </p:nvSpPr>
        <p:spPr>
          <a:xfrm>
            <a:off x="9387840" y="7437120"/>
            <a:ext cx="5608320" cy="2560320"/>
          </a:xfrm>
          <a:prstGeom prst="rect">
            <a:avLst/>
          </a:prstGeom>
          <a:solidFill>
            <a:srgbClr val="E8DFED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24: LLC 配置寄存器"/>
          <p:cNvSpPr txBox="1"/>
          <p:nvPr/>
        </p:nvSpPr>
        <p:spPr>
          <a:xfrm>
            <a:off x="10840326" y="8050134"/>
            <a:ext cx="2703347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配置寄存器</a:t>
            </a:r>
          </a:p>
        </p:txBody>
      </p:sp>
      <p:sp>
        <p:nvSpPr>
          <p:cNvPr id="25" name="o25: DONE：完成 · BIST_OUT：错误"/>
          <p:cNvSpPr txBox="1"/>
          <p:nvPr/>
        </p:nvSpPr>
        <p:spPr>
          <a:xfrm>
            <a:off x="10045303" y="8517331"/>
            <a:ext cx="429339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DONE：完成 · BIST_OUT：错误</a:t>
            </a:r>
          </a:p>
        </p:txBody>
      </p:sp>
      <p:sp>
        <p:nvSpPr>
          <p:cNvPr id="26" name="o26: CFG_SPM / COMMIT"/>
          <p:cNvSpPr txBox="1"/>
          <p:nvPr/>
        </p:nvSpPr>
        <p:spPr>
          <a:xfrm>
            <a:off x="10721388" y="8931859"/>
            <a:ext cx="294122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CFG_SPM / COMMIT</a:t>
            </a:r>
          </a:p>
        </p:txBody>
      </p:sp>
      <p:cxnSp>
        <p:nvCxnSpPr>
          <p:cNvPr id="27" name="cpu-rom"/>
          <p:cNvCxnSpPr/>
          <p:nvPr/>
        </p:nvCxnSpPr>
        <p:spPr>
          <a:xfrm>
            <a:off x="3169920" y="6400800"/>
            <a:ext cx="0" cy="103632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8" name="bist-status"/>
          <p:cNvCxnSpPr/>
          <p:nvPr/>
        </p:nvCxnSpPr>
        <p:spPr>
          <a:xfrm>
            <a:off x="12679680" y="6400800"/>
            <a:ext cx="0" cy="103632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9" name="devices"/>
          <p:cNvSpPr/>
          <p:nvPr/>
        </p:nvSpPr>
        <p:spPr>
          <a:xfrm>
            <a:off x="1219200" y="11460480"/>
            <a:ext cx="5730240" cy="18288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装载设备与通路"/>
          <p:cNvSpPr txBox="1"/>
          <p:nvPr/>
        </p:nvSpPr>
        <p:spPr>
          <a:xfrm>
            <a:off x="2718816" y="11707734"/>
            <a:ext cx="2731008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装载设备与通路</a:t>
            </a:r>
          </a:p>
        </p:txBody>
      </p:sp>
      <p:sp>
        <p:nvSpPr>
          <p:cNvPr id="31" name="o31: SPI NOR / SD / EEPROM"/>
          <p:cNvSpPr txBox="1"/>
          <p:nvPr/>
        </p:nvSpPr>
        <p:spPr>
          <a:xfrm>
            <a:off x="2333244" y="12174931"/>
            <a:ext cx="350215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SPI NOR / SD / EEPROM</a:t>
            </a:r>
          </a:p>
        </p:txBody>
      </p:sp>
      <p:sp>
        <p:nvSpPr>
          <p:cNvPr id="32" name="o32: UART / JTAG / Link"/>
          <p:cNvSpPr txBox="1"/>
          <p:nvPr/>
        </p:nvSpPr>
        <p:spPr>
          <a:xfrm>
            <a:off x="2701290" y="12589459"/>
            <a:ext cx="276606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UART / JTAG / Link</a:t>
            </a:r>
          </a:p>
        </p:txBody>
      </p:sp>
      <p:sp>
        <p:nvSpPr>
          <p:cNvPr id="33" name="spm"/>
          <p:cNvSpPr/>
          <p:nvPr/>
        </p:nvSpPr>
        <p:spPr>
          <a:xfrm>
            <a:off x="9387840" y="11460480"/>
            <a:ext cx="5608320" cy="1828800"/>
          </a:xfrm>
          <a:prstGeom prst="rect">
            <a:avLst/>
          </a:prstGeom>
          <a:solidFill>
            <a:srgbClr val="D9EEE8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34: LLC 数据 / SPM"/>
          <p:cNvSpPr txBox="1"/>
          <p:nvPr/>
        </p:nvSpPr>
        <p:spPr>
          <a:xfrm>
            <a:off x="10820305" y="11707734"/>
            <a:ext cx="2743390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数据 / SPM</a:t>
            </a:r>
          </a:p>
        </p:txBody>
      </p:sp>
      <p:sp>
        <p:nvSpPr>
          <p:cNvPr id="35" name="o35: 载荷代码、数据与栈"/>
          <p:cNvSpPr txBox="1"/>
          <p:nvPr/>
        </p:nvSpPr>
        <p:spPr>
          <a:xfrm>
            <a:off x="10728960" y="12174931"/>
            <a:ext cx="292608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载荷代码、数据与栈</a:t>
            </a:r>
          </a:p>
        </p:txBody>
      </p:sp>
      <p:sp>
        <p:nvSpPr>
          <p:cNvPr id="36" name="o36: tag BIST 不测试数据阵列"/>
          <p:cNvSpPr txBox="1"/>
          <p:nvPr/>
        </p:nvSpPr>
        <p:spPr>
          <a:xfrm>
            <a:off x="10442781" y="12589459"/>
            <a:ext cx="3498437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tag BIST 不测试数据阵列</a:t>
            </a:r>
          </a:p>
        </p:txBody>
      </p:sp>
      <p:cxnSp>
        <p:nvCxnSpPr>
          <p:cNvPr id="37" name="rom-driver"/>
          <p:cNvCxnSpPr/>
          <p:nvPr/>
        </p:nvCxnSpPr>
        <p:spPr>
          <a:xfrm>
            <a:off x="4084320" y="9997440"/>
            <a:ext cx="0" cy="1463040"/>
          </a:xfrm>
          <a:prstGeom prst="line">
            <a:avLst/>
          </a:prstGeom>
          <a:ln w="36576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8" name="o38: ROM 中的设备驱动"/>
          <p:cNvSpPr txBox="1"/>
          <p:nvPr/>
        </p:nvSpPr>
        <p:spPr>
          <a:xfrm>
            <a:off x="5208794" y="10510479"/>
            <a:ext cx="274977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ROM 中的设备驱动</a:t>
            </a:r>
          </a:p>
        </p:txBody>
      </p:sp>
      <p:cxnSp>
        <p:nvCxnSpPr>
          <p:cNvPr id="39" name="load-bytes"/>
          <p:cNvCxnSpPr/>
          <p:nvPr/>
        </p:nvCxnSpPr>
        <p:spPr>
          <a:xfrm>
            <a:off x="6949440" y="12374880"/>
            <a:ext cx="2438400" cy="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40" name="o40: 搬运字节"/>
          <p:cNvSpPr txBox="1"/>
          <p:nvPr/>
        </p:nvSpPr>
        <p:spPr>
          <a:xfrm>
            <a:off x="7498080" y="11877934"/>
            <a:ext cx="1341120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搬运字节</a:t>
            </a:r>
          </a:p>
        </p:txBody>
      </p:sp>
      <p:sp>
        <p:nvSpPr>
          <p:cNvPr id="41" name="rom-asm"/>
          <p:cNvSpPr/>
          <p:nvPr/>
        </p:nvSpPr>
        <p:spPr>
          <a:xfrm>
            <a:off x="18288000" y="3413760"/>
            <a:ext cx="9631680" cy="2682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42: ① Boot ROM 汇编"/>
          <p:cNvSpPr txBox="1"/>
          <p:nvPr/>
        </p:nvSpPr>
        <p:spPr>
          <a:xfrm>
            <a:off x="21455424" y="3862426"/>
            <a:ext cx="3296831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Boot ROM 汇编</a:t>
            </a:r>
          </a:p>
        </p:txBody>
      </p:sp>
      <p:sp>
        <p:nvSpPr>
          <p:cNvPr id="43" name="o43: cheshire_bootrom.S"/>
          <p:cNvSpPr txBox="1"/>
          <p:nvPr/>
        </p:nvSpPr>
        <p:spPr>
          <a:xfrm>
            <a:off x="21618397" y="4342790"/>
            <a:ext cx="2970886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cheshire_bootrom.S</a:t>
            </a:r>
          </a:p>
        </p:txBody>
      </p:sp>
      <p:sp>
        <p:nvSpPr>
          <p:cNvPr id="44" name="o44: 整数环境、sp / gp；等待 LLC DONE"/>
          <p:cNvSpPr txBox="1"/>
          <p:nvPr/>
        </p:nvSpPr>
        <p:spPr>
          <a:xfrm>
            <a:off x="20517193" y="4757318"/>
            <a:ext cx="5173294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整数环境、sp / gp；等待 LLC DONE</a:t>
            </a:r>
          </a:p>
        </p:txBody>
      </p:sp>
      <p:sp>
        <p:nvSpPr>
          <p:cNvPr id="45" name="o45: 全 way 配为 SPM；建立早期栈"/>
          <p:cNvSpPr txBox="1"/>
          <p:nvPr/>
        </p:nvSpPr>
        <p:spPr>
          <a:xfrm>
            <a:off x="20891659" y="5171846"/>
            <a:ext cx="4424362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全 way 配为 SPM；建立早期栈</a:t>
            </a:r>
          </a:p>
        </p:txBody>
      </p:sp>
      <p:sp>
        <p:nvSpPr>
          <p:cNvPr id="46" name="rom-c"/>
          <p:cNvSpPr/>
          <p:nvPr/>
        </p:nvSpPr>
        <p:spPr>
          <a:xfrm>
            <a:off x="18288000" y="7193280"/>
            <a:ext cx="9631680" cy="286512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47: ② Boot ROM C 代码"/>
          <p:cNvSpPr txBox="1"/>
          <p:nvPr/>
        </p:nvSpPr>
        <p:spPr>
          <a:xfrm>
            <a:off x="21287365" y="7733386"/>
            <a:ext cx="3632949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Boot ROM C 代码</a:t>
            </a:r>
          </a:p>
        </p:txBody>
      </p:sp>
      <p:sp>
        <p:nvSpPr>
          <p:cNvPr id="48" name="o48: cheshire_bootrom.c"/>
          <p:cNvSpPr txBox="1"/>
          <p:nvPr/>
        </p:nvSpPr>
        <p:spPr>
          <a:xfrm>
            <a:off x="21639676" y="8213750"/>
            <a:ext cx="2928328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cheshire_bootrom.c</a:t>
            </a:r>
          </a:p>
        </p:txBody>
      </p:sp>
      <p:sp>
        <p:nvSpPr>
          <p:cNvPr id="49" name="o49: 测频、boot_mode、装载驱动"/>
          <p:cNvSpPr txBox="1"/>
          <p:nvPr/>
        </p:nvSpPr>
        <p:spPr>
          <a:xfrm>
            <a:off x="20989595" y="8628278"/>
            <a:ext cx="4228490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测频、boot_mode、装载驱动</a:t>
            </a:r>
          </a:p>
        </p:txBody>
      </p:sp>
      <p:sp>
        <p:nvSpPr>
          <p:cNvPr id="50" name="o50: 把载荷装入内存 → 交接执行入口"/>
          <p:cNvSpPr txBox="1"/>
          <p:nvPr/>
        </p:nvSpPr>
        <p:spPr>
          <a:xfrm>
            <a:off x="20726457" y="9042806"/>
            <a:ext cx="4754766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把载荷装入内存 → 交接执行入口</a:t>
            </a:r>
          </a:p>
        </p:txBody>
      </p:sp>
      <p:sp>
        <p:nvSpPr>
          <p:cNvPr id="51" name="crt0"/>
          <p:cNvSpPr/>
          <p:nvPr/>
        </p:nvSpPr>
        <p:spPr>
          <a:xfrm>
            <a:off x="18288000" y="11216640"/>
            <a:ext cx="9631680" cy="2316480"/>
          </a:xfrm>
          <a:prstGeom prst="rect">
            <a:avLst/>
          </a:prstGeom>
          <a:solidFill>
            <a:srgbClr val="D9EEE8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52: ③ 应用 / ZSL 启动代码"/>
          <p:cNvSpPr txBox="1"/>
          <p:nvPr/>
        </p:nvSpPr>
        <p:spPr>
          <a:xfrm>
            <a:off x="21023228" y="11482426"/>
            <a:ext cx="4161225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应用 / ZSL 启动代码</a:t>
            </a:r>
          </a:p>
        </p:txBody>
      </p:sp>
      <p:sp>
        <p:nvSpPr>
          <p:cNvPr id="53" name="o53: sw/lib/crt0.S → 该载荷自己的 main"/>
          <p:cNvSpPr txBox="1"/>
          <p:nvPr/>
        </p:nvSpPr>
        <p:spPr>
          <a:xfrm>
            <a:off x="20527023" y="11962790"/>
            <a:ext cx="5153635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sw/lib/crt0.S → 该载荷自己的 main</a:t>
            </a:r>
          </a:p>
        </p:txBody>
      </p:sp>
      <p:sp>
        <p:nvSpPr>
          <p:cNvPr id="54" name="o54: sp / gp、mtvec、BSS、FP 初始化"/>
          <p:cNvSpPr txBox="1"/>
          <p:nvPr/>
        </p:nvSpPr>
        <p:spPr>
          <a:xfrm>
            <a:off x="20663954" y="12377318"/>
            <a:ext cx="4879772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 / gp、mtvec、BSS、FP 初始化</a:t>
            </a:r>
          </a:p>
        </p:txBody>
      </p:sp>
      <p:sp>
        <p:nvSpPr>
          <p:cNvPr id="55" name="o55: main 返回：发布 scratch2，然后 ret"/>
          <p:cNvSpPr txBox="1"/>
          <p:nvPr/>
        </p:nvSpPr>
        <p:spPr>
          <a:xfrm>
            <a:off x="20511706" y="12791846"/>
            <a:ext cx="5184267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main 返回：发布 scratch2，然后 ret</a:t>
            </a:r>
          </a:p>
        </p:txBody>
      </p:sp>
      <p:cxnSp>
        <p:nvCxnSpPr>
          <p:cNvPr id="56" name="asm-c"/>
          <p:cNvCxnSpPr/>
          <p:nvPr/>
        </p:nvCxnSpPr>
        <p:spPr>
          <a:xfrm>
            <a:off x="23103840" y="6096000"/>
            <a:ext cx="0" cy="1097280"/>
          </a:xfrm>
          <a:prstGeom prst="line">
            <a:avLst/>
          </a:prstGeom>
          <a:ln w="36576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57" name="o57: call ROM main"/>
          <p:cNvSpPr txBox="1"/>
          <p:nvPr/>
        </p:nvSpPr>
        <p:spPr>
          <a:xfrm>
            <a:off x="24042957" y="6450543"/>
            <a:ext cx="214512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call ROM main</a:t>
            </a:r>
          </a:p>
        </p:txBody>
      </p:sp>
      <p:cxnSp>
        <p:nvCxnSpPr>
          <p:cNvPr id="58" name="c-payload"/>
          <p:cNvCxnSpPr/>
          <p:nvPr/>
        </p:nvCxnSpPr>
        <p:spPr>
          <a:xfrm>
            <a:off x="23103840" y="10058400"/>
            <a:ext cx="0" cy="115824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59" name="o59: 调用载荷入口"/>
          <p:cNvSpPr txBox="1"/>
          <p:nvPr/>
        </p:nvSpPr>
        <p:spPr>
          <a:xfrm>
            <a:off x="24457152" y="10412943"/>
            <a:ext cx="204825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调用载荷入口</a:t>
            </a:r>
          </a:p>
        </p:txBody>
      </p:sp>
      <p:sp>
        <p:nvSpPr>
          <p:cNvPr id="60" name="poll-config"/>
          <p:cNvSpPr/>
          <p:nvPr/>
        </p:nvSpPr>
        <p:spPr>
          <a:xfrm>
            <a:off x="14996160" y="4754880"/>
            <a:ext cx="3291840" cy="3962400"/>
          </a:xfrm>
          <a:custGeom>
            <a:avLst/>
            <a:gdLst/>
            <a:ahLst/>
            <a:cxnLst/>
            <a:rect l="0" t="0" r="r" b="b"/>
            <a:pathLst>
              <a:path w="3291840" h="3962400" fill="none">
                <a:moveTo>
                  <a:pt x="3291840" y="0"/>
                </a:moveTo>
                <a:lnTo>
                  <a:pt x="1584960" y="0"/>
                </a:lnTo>
                <a:lnTo>
                  <a:pt x="1584960" y="3962400"/>
                </a:lnTo>
                <a:lnTo>
                  <a:pt x="0" y="3962400"/>
                </a:lnTo>
              </a:path>
            </a:pathLst>
          </a:custGeom>
          <a:noFill/>
          <a:ln w="3657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61: 轮询 DONE"/>
          <p:cNvSpPr txBox="1"/>
          <p:nvPr/>
        </p:nvSpPr>
        <p:spPr>
          <a:xfrm>
            <a:off x="15798327" y="9159118"/>
            <a:ext cx="1565586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轮询 DONE</a:t>
            </a:r>
          </a:p>
        </p:txBody>
      </p:sp>
      <p:sp>
        <p:nvSpPr>
          <p:cNvPr id="62" name="o62: 提交 SPM"/>
          <p:cNvSpPr txBox="1"/>
          <p:nvPr/>
        </p:nvSpPr>
        <p:spPr>
          <a:xfrm>
            <a:off x="15870612" y="9585838"/>
            <a:ext cx="1421016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提交 SPM</a:t>
            </a:r>
          </a:p>
        </p:txBody>
      </p:sp>
      <p:cxnSp>
        <p:nvCxnSpPr>
          <p:cNvPr id="63" name="image-entry"/>
          <p:cNvCxnSpPr/>
          <p:nvPr/>
        </p:nvCxnSpPr>
        <p:spPr>
          <a:xfrm>
            <a:off x="14996160" y="12374880"/>
            <a:ext cx="3291840" cy="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64" name="o64: 镜像入口 _start"/>
          <p:cNvSpPr txBox="1"/>
          <p:nvPr/>
        </p:nvSpPr>
        <p:spPr>
          <a:xfrm>
            <a:off x="15593816" y="11512174"/>
            <a:ext cx="2096529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镜像入口 _start</a:t>
            </a:r>
          </a:p>
        </p:txBody>
      </p:sp>
      <p:sp>
        <p:nvSpPr>
          <p:cNvPr id="65" name="o65: 装载驱动访问设备；应用 BSS 由该载荷 CRT0 清零"/>
          <p:cNvSpPr txBox="1"/>
          <p:nvPr/>
        </p:nvSpPr>
        <p:spPr>
          <a:xfrm>
            <a:off x="8017078" y="14606016"/>
            <a:ext cx="7130644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装载驱动访问设备；应用 BSS 由该载荷 CRT0 清零</a:t>
            </a:r>
          </a:p>
        </p:txBody>
      </p:sp>
      <p:cxnSp>
        <p:nvCxnSpPr>
          <p:cNvPr id="66" name="legend0"/>
          <p:cNvCxnSpPr/>
          <p:nvPr/>
        </p:nvCxnSpPr>
        <p:spPr>
          <a:xfrm>
            <a:off x="670560" y="15910560"/>
            <a:ext cx="792480" cy="0"/>
          </a:xfrm>
          <a:prstGeom prst="line">
            <a:avLst/>
          </a:prstGeom>
          <a:ln w="3048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67" name="o67: 硬件访问 / 状态"/>
          <p:cNvSpPr txBox="1"/>
          <p:nvPr/>
        </p:nvSpPr>
        <p:spPr>
          <a:xfrm>
            <a:off x="1645920" y="15718414"/>
            <a:ext cx="2177739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硬件访问 / 状态</a:t>
            </a:r>
          </a:p>
        </p:txBody>
      </p:sp>
      <p:cxnSp>
        <p:nvCxnSpPr>
          <p:cNvPr id="68" name="legend1"/>
          <p:cNvCxnSpPr/>
          <p:nvPr/>
        </p:nvCxnSpPr>
        <p:spPr>
          <a:xfrm>
            <a:off x="7132320" y="15910560"/>
            <a:ext cx="792480" cy="0"/>
          </a:xfrm>
          <a:prstGeom prst="line">
            <a:avLst/>
          </a:prstGeom>
          <a:ln w="30480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69" name="o69: 软件调用 / 配置"/>
          <p:cNvSpPr txBox="1"/>
          <p:nvPr/>
        </p:nvSpPr>
        <p:spPr>
          <a:xfrm>
            <a:off x="8107680" y="15718414"/>
            <a:ext cx="2177739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软件调用 / 配置</a:t>
            </a:r>
          </a:p>
        </p:txBody>
      </p:sp>
      <p:cxnSp>
        <p:nvCxnSpPr>
          <p:cNvPr id="70" name="legend2"/>
          <p:cNvCxnSpPr/>
          <p:nvPr/>
        </p:nvCxnSpPr>
        <p:spPr>
          <a:xfrm>
            <a:off x="13594080" y="15910560"/>
            <a:ext cx="792480" cy="0"/>
          </a:xfrm>
          <a:prstGeom prst="line">
            <a:avLst/>
          </a:prstGeom>
          <a:ln w="30480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71" name="o71: 载荷字节 / 入口对应"/>
          <p:cNvSpPr txBox="1"/>
          <p:nvPr/>
        </p:nvSpPr>
        <p:spPr>
          <a:xfrm>
            <a:off x="14569440" y="15718414"/>
            <a:ext cx="2714187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载荷字节 / 入口对应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