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806" r:id="rId2"/>
    <p:sldId id="807" r:id="rId3"/>
    <p:sldId id="808" r:id="rId4"/>
    <p:sldId id="809" r:id="rId5"/>
    <p:sldId id="810" r:id="rId6"/>
    <p:sldId id="811" r:id="rId7"/>
    <p:sldId id="812" r:id="rId8"/>
    <p:sldId id="813" r:id="rId9"/>
    <p:sldId id="814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20" d="100"/>
          <a:sy n="120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第7页：从含F3虚线补修的第6页原生复制。C1～C16按功能重排并同步模块标记；旧公共控制C12变为C14。图像采集区左右镜像，文字正常；RAW仍绕过ISP。新增片外图像传感器→LVDS RX、LVDS TX→后级处理的橙色实线数据连接。帧输出DMA仍为二维AXI读。保持F1/F2/F3深蓝双向虚线、ISP↔GB绿色双向虚线、F0及四条下游DDR双向实线。前六页、主题、母版、布局与依赖原样保留。配置编号不是寄存器地址；未改RTL；Office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第8页：复制用户手动保存的第7页（输入SHA-256 8916ac31…），仅修改F1、F2、ISP↔GB、eMMC和M5回接五条连线的几何。F1/F2平行通道，接口仍独立；六处跳线对应实际交叉。所有原生线样式、箭头、字体、模块位置、配置编号和图例保持，前七页及依赖原字节保留。未修改RTL或协议契约；Office显示/编辑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第8页：复制用户手动保存的第7页（输入SHA-256 8916ac31…），仅修改F1、F2、ISP↔GB、eMMC和M5回接五条连线的几何。F1/F2平行通道，接口仍独立；六处跳线对应实际交叉。所有原生线样式、箭头、字体、模块位置、配置编号和图例保持，前七页及依赖原字节保留。未修改RTL或协议契约；Office显示/编辑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8508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8" y="1907016"/>
            <a:ext cx="2733522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12204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01513" y="152400"/>
                </a:lnTo>
                <a:cubicBezTo>
                  <a:pt x="1126349" y="107244"/>
                  <a:pt x="1151184" y="107244"/>
                  <a:pt x="1176020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795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515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98924" y="2706374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48197" y="286893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1721" y="3031494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65230" y="3194054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71930" y="335661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72917" y="3519174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6564" y="3790650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2362" y="3878703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01071" y="3681734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228189" y="2330349"/>
            <a:ext cx="3540478" cy="84667"/>
          </a:xfrm>
          <a:custGeom>
            <a:avLst/>
            <a:gdLst/>
            <a:ahLst/>
            <a:cxnLst/>
            <a:rect l="0" t="0" r="r" b="b"/>
            <a:pathLst>
              <a:path w="3540478" h="84667" fill="none">
                <a:moveTo>
                  <a:pt x="3540478" y="84667"/>
                </a:moveTo>
                <a:lnTo>
                  <a:pt x="3540478" y="0"/>
                </a:lnTo>
                <a:lnTo>
                  <a:pt x="1975837" y="0"/>
                </a:lnTo>
                <a:cubicBezTo>
                  <a:pt x="1957775" y="36124"/>
                  <a:pt x="1939713" y="36124"/>
                  <a:pt x="1921651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1" y="0"/>
                </a:cubicBezTo>
                <a:lnTo>
                  <a:pt x="1772638" y="0"/>
                </a:lnTo>
                <a:cubicBezTo>
                  <a:pt x="1754576" y="36124"/>
                  <a:pt x="1736513" y="36124"/>
                  <a:pt x="1718451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795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515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98924" y="2706374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48197" y="286893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1721" y="3031494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65230" y="3194054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71930" y="335661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72917" y="3519174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6564" y="3790650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2362" y="3878703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01071" y="3681734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EFF0F16-9D93-4CCB-844B-19D88231DB1C}"/>
              </a:ext>
            </a:extLst>
          </p:cNvPr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60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9EEE486-204A-42CD-BCD7-BF51087D9022}"/>
              </a:ext>
            </a:extLst>
          </p:cNvPr>
          <p:cNvSpPr txBox="1"/>
          <p:nvPr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561" name="soc-boundary">
            <a:extLst>
              <a:ext uri="{FF2B5EF4-FFF2-40B4-BE49-F238E27FC236}">
                <a16:creationId xmlns:a16="http://schemas.microsoft.com/office/drawing/2014/main" id="{DC419DBD-5BAC-44B6-A7DE-67A252143271}"/>
              </a:ext>
            </a:extLst>
          </p:cNvPr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compute">
            <a:extLst>
              <a:ext uri="{FF2B5EF4-FFF2-40B4-BE49-F238E27FC236}">
                <a16:creationId xmlns:a16="http://schemas.microsoft.com/office/drawing/2014/main" id="{8182A660-C1F1-4E33-BD10-CCBC43394AAE}"/>
              </a:ext>
            </a:extLst>
          </p:cNvPr>
          <p:cNvSpPr/>
          <p:nvPr/>
        </p:nvSpPr>
        <p:spPr>
          <a:xfrm>
            <a:off x="241300" y="823932"/>
            <a:ext cx="3166533" cy="135401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gb-region">
            <a:extLst>
              <a:ext uri="{FF2B5EF4-FFF2-40B4-BE49-F238E27FC236}">
                <a16:creationId xmlns:a16="http://schemas.microsoft.com/office/drawing/2014/main" id="{5493F338-9DFB-4E9F-B575-D8DC707FD534}"/>
              </a:ext>
            </a:extLst>
          </p:cNvPr>
          <p:cNvSpPr/>
          <p:nvPr/>
        </p:nvSpPr>
        <p:spPr>
          <a:xfrm>
            <a:off x="3594100" y="823932"/>
            <a:ext cx="3843867" cy="135401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image-rx">
            <a:extLst>
              <a:ext uri="{FF2B5EF4-FFF2-40B4-BE49-F238E27FC236}">
                <a16:creationId xmlns:a16="http://schemas.microsoft.com/office/drawing/2014/main" id="{50A7A547-A811-4A9C-A674-937346E60E33}"/>
              </a:ext>
            </a:extLst>
          </p:cNvPr>
          <p:cNvSpPr/>
          <p:nvPr/>
        </p:nvSpPr>
        <p:spPr>
          <a:xfrm>
            <a:off x="7607300" y="823932"/>
            <a:ext cx="3606800" cy="135401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reg-region">
            <a:extLst>
              <a:ext uri="{FF2B5EF4-FFF2-40B4-BE49-F238E27FC236}">
                <a16:creationId xmlns:a16="http://schemas.microsoft.com/office/drawing/2014/main" id="{5BF87A73-94CD-4F14-A5DD-8599B2D01765}"/>
              </a:ext>
            </a:extLst>
          </p:cNvPr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ddr-controller">
            <a:extLst>
              <a:ext uri="{FF2B5EF4-FFF2-40B4-BE49-F238E27FC236}">
                <a16:creationId xmlns:a16="http://schemas.microsoft.com/office/drawing/2014/main" id="{9BB4D0EE-38C1-40F4-A810-5CF5225EC38D}"/>
              </a:ext>
            </a:extLst>
          </p:cNvPr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roi-region">
            <a:extLst>
              <a:ext uri="{FF2B5EF4-FFF2-40B4-BE49-F238E27FC236}">
                <a16:creationId xmlns:a16="http://schemas.microsoft.com/office/drawing/2014/main" id="{EA854317-67B8-41B9-A31D-2FF9B6B5AFD1}"/>
              </a:ext>
            </a:extLst>
          </p:cNvPr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compression-front">
            <a:extLst>
              <a:ext uri="{FF2B5EF4-FFF2-40B4-BE49-F238E27FC236}">
                <a16:creationId xmlns:a16="http://schemas.microsoft.com/office/drawing/2014/main" id="{1E2B62C9-9FBC-4579-A3D8-A0C18AB25C30}"/>
              </a:ext>
            </a:extLst>
          </p:cNvPr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shared-payload-services">
            <a:extLst>
              <a:ext uri="{FF2B5EF4-FFF2-40B4-BE49-F238E27FC236}">
                <a16:creationId xmlns:a16="http://schemas.microsoft.com/office/drawing/2014/main" id="{DDFD5206-8FFE-42D1-B774-03C47842F9DC}"/>
              </a:ext>
            </a:extLst>
          </p:cNvPr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cpu-ara-command">
            <a:extLst>
              <a:ext uri="{FF2B5EF4-FFF2-40B4-BE49-F238E27FC236}">
                <a16:creationId xmlns:a16="http://schemas.microsoft.com/office/drawing/2014/main" id="{85DED3ED-E2EE-46FA-8C3E-CFF7F351D393}"/>
              </a:ext>
            </a:extLst>
          </p:cNvPr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ara-filter-edge">
            <a:extLst>
              <a:ext uri="{FF2B5EF4-FFF2-40B4-BE49-F238E27FC236}">
                <a16:creationId xmlns:a16="http://schemas.microsoft.com/office/drawing/2014/main" id="{5D39F758-9972-4753-AA70-9D02B9FEF4D5}"/>
              </a:ext>
            </a:extLst>
          </p:cNvPr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filter-width">
            <a:extLst>
              <a:ext uri="{FF2B5EF4-FFF2-40B4-BE49-F238E27FC236}">
                <a16:creationId xmlns:a16="http://schemas.microsoft.com/office/drawing/2014/main" id="{472330B4-E3F2-4699-86F2-86B8EA5E0911}"/>
              </a:ext>
            </a:extLst>
          </p:cNvPr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npu-gb">
            <a:extLst>
              <a:ext uri="{FF2B5EF4-FFF2-40B4-BE49-F238E27FC236}">
                <a16:creationId xmlns:a16="http://schemas.microsoft.com/office/drawing/2014/main" id="{DC2A89B6-7ED9-4E48-8A66-7CF999BD59DD}"/>
              </a:ext>
            </a:extLst>
          </p:cNvPr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adapter-sram">
            <a:extLst>
              <a:ext uri="{FF2B5EF4-FFF2-40B4-BE49-F238E27FC236}">
                <a16:creationId xmlns:a16="http://schemas.microsoft.com/office/drawing/2014/main" id="{C7B44C7E-1EFE-4487-8D36-1D6A73636E65}"/>
              </a:ext>
            </a:extLst>
          </p:cNvPr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mover-gb">
            <a:extLst>
              <a:ext uri="{FF2B5EF4-FFF2-40B4-BE49-F238E27FC236}">
                <a16:creationId xmlns:a16="http://schemas.microsoft.com/office/drawing/2014/main" id="{FABFD490-3DC1-4EBE-B181-603C7153D8C9}"/>
              </a:ext>
            </a:extLst>
          </p:cNvPr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lvds-rx-to-rx-cdc">
            <a:extLst>
              <a:ext uri="{FF2B5EF4-FFF2-40B4-BE49-F238E27FC236}">
                <a16:creationId xmlns:a16="http://schemas.microsoft.com/office/drawing/2014/main" id="{5A15CB1A-7773-469D-977F-AFCCE7670965}"/>
              </a:ext>
            </a:extLst>
          </p:cNvPr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rx-cdc-to-isp">
            <a:extLst>
              <a:ext uri="{FF2B5EF4-FFF2-40B4-BE49-F238E27FC236}">
                <a16:creationId xmlns:a16="http://schemas.microsoft.com/office/drawing/2014/main" id="{2948D1A3-C1C0-41AC-89FD-E51B2DC27352}"/>
              </a:ext>
            </a:extLst>
          </p:cNvPr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isp-to-frame-select">
            <a:extLst>
              <a:ext uri="{FF2B5EF4-FFF2-40B4-BE49-F238E27FC236}">
                <a16:creationId xmlns:a16="http://schemas.microsoft.com/office/drawing/2014/main" id="{3E8FB1B0-D3A5-42D6-8339-7DD164676915}"/>
              </a:ext>
            </a:extLst>
          </p:cNvPr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frame-select-to-frame-dma">
            <a:extLst>
              <a:ext uri="{FF2B5EF4-FFF2-40B4-BE49-F238E27FC236}">
                <a16:creationId xmlns:a16="http://schemas.microsoft.com/office/drawing/2014/main" id="{E9C0CC60-D138-417B-9D97-2930182DB12A}"/>
              </a:ext>
            </a:extLst>
          </p:cNvPr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raw-bypass">
            <a:extLst>
              <a:ext uri="{FF2B5EF4-FFF2-40B4-BE49-F238E27FC236}">
                <a16:creationId xmlns:a16="http://schemas.microsoft.com/office/drawing/2014/main" id="{4F236E8A-768E-4C48-AAE2-26B379FB9D5E}"/>
              </a:ext>
            </a:extLst>
          </p:cNvPr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isp-gb">
            <a:extLst>
              <a:ext uri="{FF2B5EF4-FFF2-40B4-BE49-F238E27FC236}">
                <a16:creationId xmlns:a16="http://schemas.microsoft.com/office/drawing/2014/main" id="{25FCDB0C-03DA-41C0-B2CC-AFF09644A448}"/>
              </a:ext>
            </a:extLst>
          </p:cNvPr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master-1">
            <a:extLst>
              <a:ext uri="{FF2B5EF4-FFF2-40B4-BE49-F238E27FC236}">
                <a16:creationId xmlns:a16="http://schemas.microsoft.com/office/drawing/2014/main" id="{D1F320B7-D2D8-4E7E-AAF9-36A0B0BDFA97}"/>
              </a:ext>
            </a:extLst>
          </p:cNvPr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master-3">
            <a:extLst>
              <a:ext uri="{FF2B5EF4-FFF2-40B4-BE49-F238E27FC236}">
                <a16:creationId xmlns:a16="http://schemas.microsoft.com/office/drawing/2014/main" id="{FB783A6E-83A5-4E5B-A533-DEA7FA98C3D2}"/>
              </a:ext>
            </a:extLst>
          </p:cNvPr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master-4">
            <a:extLst>
              <a:ext uri="{FF2B5EF4-FFF2-40B4-BE49-F238E27FC236}">
                <a16:creationId xmlns:a16="http://schemas.microsoft.com/office/drawing/2014/main" id="{ABD8C33E-AE28-4B12-AB42-3A8D0F297571}"/>
              </a:ext>
            </a:extLst>
          </p:cNvPr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master-5">
            <a:extLst>
              <a:ext uri="{FF2B5EF4-FFF2-40B4-BE49-F238E27FC236}">
                <a16:creationId xmlns:a16="http://schemas.microsoft.com/office/drawing/2014/main" id="{53FCAB0C-E2F3-44EA-8C84-955CCF140B12}"/>
              </a:ext>
            </a:extLst>
          </p:cNvPr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master-6">
            <a:extLst>
              <a:ext uri="{FF2B5EF4-FFF2-40B4-BE49-F238E27FC236}">
                <a16:creationId xmlns:a16="http://schemas.microsoft.com/office/drawing/2014/main" id="{793173AC-4078-462E-878A-8FF22D49EB86}"/>
              </a:ext>
            </a:extLst>
          </p:cNvPr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master-7">
            <a:extLst>
              <a:ext uri="{FF2B5EF4-FFF2-40B4-BE49-F238E27FC236}">
                <a16:creationId xmlns:a16="http://schemas.microsoft.com/office/drawing/2014/main" id="{45A11756-A8EB-4C73-8CC0-3D18E1B4869C}"/>
              </a:ext>
            </a:extLst>
          </p:cNvPr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master-8">
            <a:extLst>
              <a:ext uri="{FF2B5EF4-FFF2-40B4-BE49-F238E27FC236}">
                <a16:creationId xmlns:a16="http://schemas.microsoft.com/office/drawing/2014/main" id="{DCC65BBE-4DBF-4C5A-826C-7E84F4BEA2AE}"/>
              </a:ext>
            </a:extLst>
          </p:cNvPr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cpu-xbar">
            <a:extLst>
              <a:ext uri="{FF2B5EF4-FFF2-40B4-BE49-F238E27FC236}">
                <a16:creationId xmlns:a16="http://schemas.microsoft.com/office/drawing/2014/main" id="{F2DBAE9A-1C23-403A-ABD2-A79822908256}"/>
              </a:ext>
            </a:extLst>
          </p:cNvPr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0" name="ara-xbar">
            <a:extLst>
              <a:ext uri="{FF2B5EF4-FFF2-40B4-BE49-F238E27FC236}">
                <a16:creationId xmlns:a16="http://schemas.microsoft.com/office/drawing/2014/main" id="{05937630-A55B-4BC1-883B-A842F147294B}"/>
              </a:ext>
            </a:extLst>
          </p:cNvPr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target-0">
            <a:extLst>
              <a:ext uri="{FF2B5EF4-FFF2-40B4-BE49-F238E27FC236}">
                <a16:creationId xmlns:a16="http://schemas.microsoft.com/office/drawing/2014/main" id="{CC12020A-C82C-4C1B-AEAF-DE98AA27963A}"/>
              </a:ext>
            </a:extLst>
          </p:cNvPr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target-1">
            <a:extLst>
              <a:ext uri="{FF2B5EF4-FFF2-40B4-BE49-F238E27FC236}">
                <a16:creationId xmlns:a16="http://schemas.microsoft.com/office/drawing/2014/main" id="{83553162-8830-4014-90CA-83CC750EA2E3}"/>
              </a:ext>
            </a:extLst>
          </p:cNvPr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arget-2">
            <a:extLst>
              <a:ext uri="{FF2B5EF4-FFF2-40B4-BE49-F238E27FC236}">
                <a16:creationId xmlns:a16="http://schemas.microsoft.com/office/drawing/2014/main" id="{C66CE82C-6621-4F16-AB35-E87BC04625D0}"/>
              </a:ext>
            </a:extLst>
          </p:cNvPr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atomics-llc">
            <a:extLst>
              <a:ext uri="{FF2B5EF4-FFF2-40B4-BE49-F238E27FC236}">
                <a16:creationId xmlns:a16="http://schemas.microsoft.com/office/drawing/2014/main" id="{4F501185-61DB-4F36-B457-87773301723B}"/>
              </a:ext>
            </a:extLst>
          </p:cNvPr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target-3">
            <a:extLst>
              <a:ext uri="{FF2B5EF4-FFF2-40B4-BE49-F238E27FC236}">
                <a16:creationId xmlns:a16="http://schemas.microsoft.com/office/drawing/2014/main" id="{AFB05954-0ACA-4317-9EAD-DA287DE9D65A}"/>
              </a:ext>
            </a:extLst>
          </p:cNvPr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target-4">
            <a:extLst>
              <a:ext uri="{FF2B5EF4-FFF2-40B4-BE49-F238E27FC236}">
                <a16:creationId xmlns:a16="http://schemas.microsoft.com/office/drawing/2014/main" id="{CFF6DDA2-12B2-4F7E-90D5-57712941F1EF}"/>
              </a:ext>
            </a:extLst>
          </p:cNvPr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target-5">
            <a:extLst>
              <a:ext uri="{FF2B5EF4-FFF2-40B4-BE49-F238E27FC236}">
                <a16:creationId xmlns:a16="http://schemas.microsoft.com/office/drawing/2014/main" id="{66B9F6D0-E080-4B2F-A5CC-1AD727AD1C87}"/>
              </a:ext>
            </a:extLst>
          </p:cNvPr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target-6">
            <a:extLst>
              <a:ext uri="{FF2B5EF4-FFF2-40B4-BE49-F238E27FC236}">
                <a16:creationId xmlns:a16="http://schemas.microsoft.com/office/drawing/2014/main" id="{BB7257CD-55EC-4492-91A4-ACB80DFF9B42}"/>
              </a:ext>
            </a:extLst>
          </p:cNvPr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9" name="m5-gb">
            <a:extLst>
              <a:ext uri="{FF2B5EF4-FFF2-40B4-BE49-F238E27FC236}">
                <a16:creationId xmlns:a16="http://schemas.microsoft.com/office/drawing/2014/main" id="{C1AF8FF4-D106-49A2-BF36-86F557FD89E0}"/>
              </a:ext>
            </a:extLst>
          </p:cNvPr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emmc-physical">
            <a:extLst>
              <a:ext uri="{FF2B5EF4-FFF2-40B4-BE49-F238E27FC236}">
                <a16:creationId xmlns:a16="http://schemas.microsoft.com/office/drawing/2014/main" id="{FD20EF52-D95E-4783-B053-ED10457CFA0E}"/>
              </a:ext>
            </a:extLst>
          </p:cNvPr>
          <p:cNvSpPr/>
          <p:nvPr/>
        </p:nvSpPr>
        <p:spPr>
          <a:xfrm>
            <a:off x="8228189" y="2330349"/>
            <a:ext cx="3540478" cy="84667"/>
          </a:xfrm>
          <a:custGeom>
            <a:avLst/>
            <a:gdLst/>
            <a:ahLst/>
            <a:cxnLst/>
            <a:rect l="0" t="0" r="r" b="b"/>
            <a:pathLst>
              <a:path w="3540478" h="84667" fill="none">
                <a:moveTo>
                  <a:pt x="3540478" y="84667"/>
                </a:moveTo>
                <a:lnTo>
                  <a:pt x="3540478" y="0"/>
                </a:lnTo>
                <a:lnTo>
                  <a:pt x="1975837" y="0"/>
                </a:lnTo>
                <a:cubicBezTo>
                  <a:pt x="1957775" y="36124"/>
                  <a:pt x="1939713" y="36124"/>
                  <a:pt x="1921651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1" y="0"/>
                </a:cubicBezTo>
                <a:lnTo>
                  <a:pt x="1772638" y="0"/>
                </a:lnTo>
                <a:cubicBezTo>
                  <a:pt x="1754576" y="36124"/>
                  <a:pt x="1736513" y="36124"/>
                  <a:pt x="1718451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bridge-regbus">
            <a:extLst>
              <a:ext uri="{FF2B5EF4-FFF2-40B4-BE49-F238E27FC236}">
                <a16:creationId xmlns:a16="http://schemas.microsoft.com/office/drawing/2014/main" id="{90B68839-44E9-4AEE-85DC-5461685AAB66}"/>
              </a:ext>
            </a:extLst>
          </p:cNvPr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reg-column-0">
            <a:extLst>
              <a:ext uri="{FF2B5EF4-FFF2-40B4-BE49-F238E27FC236}">
                <a16:creationId xmlns:a16="http://schemas.microsoft.com/office/drawing/2014/main" id="{197F88F9-3F76-4FF5-8E62-7283EDD2D4EA}"/>
              </a:ext>
            </a:extLst>
          </p:cNvPr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bootrom-cfg">
            <a:extLst>
              <a:ext uri="{FF2B5EF4-FFF2-40B4-BE49-F238E27FC236}">
                <a16:creationId xmlns:a16="http://schemas.microsoft.com/office/drawing/2014/main" id="{57E470F3-7E78-410B-8E11-A75609C4D889}"/>
              </a:ext>
            </a:extLst>
          </p:cNvPr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uart-cfg">
            <a:extLst>
              <a:ext uri="{FF2B5EF4-FFF2-40B4-BE49-F238E27FC236}">
                <a16:creationId xmlns:a16="http://schemas.microsoft.com/office/drawing/2014/main" id="{43B43784-BFC4-478D-8B27-1D34A1629F0D}"/>
              </a:ext>
            </a:extLst>
          </p:cNvPr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vga-regs-cfg">
            <a:extLst>
              <a:ext uri="{FF2B5EF4-FFF2-40B4-BE49-F238E27FC236}">
                <a16:creationId xmlns:a16="http://schemas.microsoft.com/office/drawing/2014/main" id="{FFD28E5D-CFF1-40E3-A985-85DF51849BD0}"/>
              </a:ext>
            </a:extLst>
          </p:cNvPr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irq-router-cfg">
            <a:extLst>
              <a:ext uri="{FF2B5EF4-FFF2-40B4-BE49-F238E27FC236}">
                <a16:creationId xmlns:a16="http://schemas.microsoft.com/office/drawing/2014/main" id="{0BFD1B60-CB99-404A-9563-71F768655AEC}"/>
              </a:ext>
            </a:extLst>
          </p:cNvPr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reg-column-1">
            <a:extLst>
              <a:ext uri="{FF2B5EF4-FFF2-40B4-BE49-F238E27FC236}">
                <a16:creationId xmlns:a16="http://schemas.microsoft.com/office/drawing/2014/main" id="{6A6C8E25-C80B-4539-B0E8-E5FC594A3639}"/>
              </a:ext>
            </a:extLst>
          </p:cNvPr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clint-cfg">
            <a:extLst>
              <a:ext uri="{FF2B5EF4-FFF2-40B4-BE49-F238E27FC236}">
                <a16:creationId xmlns:a16="http://schemas.microsoft.com/office/drawing/2014/main" id="{EB338AAE-F673-4D79-871D-0D8946055882}"/>
              </a:ext>
            </a:extLst>
          </p:cNvPr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i2c-cfg">
            <a:extLst>
              <a:ext uri="{FF2B5EF4-FFF2-40B4-BE49-F238E27FC236}">
                <a16:creationId xmlns:a16="http://schemas.microsoft.com/office/drawing/2014/main" id="{AB2589C9-67A9-4216-85B0-18FC8AC81393}"/>
              </a:ext>
            </a:extLst>
          </p:cNvPr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usb-regs-cfg">
            <a:extLst>
              <a:ext uri="{FF2B5EF4-FFF2-40B4-BE49-F238E27FC236}">
                <a16:creationId xmlns:a16="http://schemas.microsoft.com/office/drawing/2014/main" id="{6AA7B96D-E697-484E-83A4-4075FBBBCD5A}"/>
              </a:ext>
            </a:extLst>
          </p:cNvPr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axi-rt-config-cfg">
            <a:extLst>
              <a:ext uri="{FF2B5EF4-FFF2-40B4-BE49-F238E27FC236}">
                <a16:creationId xmlns:a16="http://schemas.microsoft.com/office/drawing/2014/main" id="{677B9F3A-3F60-4ACC-AFA9-14EAA35CCBD7}"/>
              </a:ext>
            </a:extLst>
          </p:cNvPr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reg-column-2">
            <a:extLst>
              <a:ext uri="{FF2B5EF4-FFF2-40B4-BE49-F238E27FC236}">
                <a16:creationId xmlns:a16="http://schemas.microsoft.com/office/drawing/2014/main" id="{A361EEAA-8B70-498D-B741-38D5AEA0BB79}"/>
              </a:ext>
            </a:extLst>
          </p:cNvPr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soc-regs-cfg">
            <a:extLst>
              <a:ext uri="{FF2B5EF4-FFF2-40B4-BE49-F238E27FC236}">
                <a16:creationId xmlns:a16="http://schemas.microsoft.com/office/drawing/2014/main" id="{3160EE14-2EF5-48B9-BBDE-67A37938583A}"/>
              </a:ext>
            </a:extLst>
          </p:cNvPr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spi-cfg">
            <a:extLst>
              <a:ext uri="{FF2B5EF4-FFF2-40B4-BE49-F238E27FC236}">
                <a16:creationId xmlns:a16="http://schemas.microsoft.com/office/drawing/2014/main" id="{23C16C07-1C1F-435F-9204-70C3DDDF06B3}"/>
              </a:ext>
            </a:extLst>
          </p:cNvPr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err-vga-cfg">
            <a:extLst>
              <a:ext uri="{FF2B5EF4-FFF2-40B4-BE49-F238E27FC236}">
                <a16:creationId xmlns:a16="http://schemas.microsoft.com/office/drawing/2014/main" id="{14DA39D9-EB33-4AAD-84C8-48587FEF5C71}"/>
              </a:ext>
            </a:extLst>
          </p:cNvPr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clic-cfg">
            <a:extLst>
              <a:ext uri="{FF2B5EF4-FFF2-40B4-BE49-F238E27FC236}">
                <a16:creationId xmlns:a16="http://schemas.microsoft.com/office/drawing/2014/main" id="{0E5557BD-EED0-4131-B9B7-2E2EADA65F91}"/>
              </a:ext>
            </a:extLst>
          </p:cNvPr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7" name="reg-column-3">
            <a:extLst>
              <a:ext uri="{FF2B5EF4-FFF2-40B4-BE49-F238E27FC236}">
                <a16:creationId xmlns:a16="http://schemas.microsoft.com/office/drawing/2014/main" id="{BCB84C26-3F48-437F-B236-DE68CD15ECE6}"/>
              </a:ext>
            </a:extLst>
          </p:cNvPr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plic-cfg">
            <a:extLst>
              <a:ext uri="{FF2B5EF4-FFF2-40B4-BE49-F238E27FC236}">
                <a16:creationId xmlns:a16="http://schemas.microsoft.com/office/drawing/2014/main" id="{A9ACD524-8BA8-4369-9244-14E8F16FCBF6}"/>
              </a:ext>
            </a:extLst>
          </p:cNvPr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gpio-cfg">
            <a:extLst>
              <a:ext uri="{FF2B5EF4-FFF2-40B4-BE49-F238E27FC236}">
                <a16:creationId xmlns:a16="http://schemas.microsoft.com/office/drawing/2014/main" id="{2D5C7BAA-7143-4B87-9746-77F9EB27FAC4}"/>
              </a:ext>
            </a:extLst>
          </p:cNvPr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0" name="err-dma-cfg">
            <a:extLst>
              <a:ext uri="{FF2B5EF4-FFF2-40B4-BE49-F238E27FC236}">
                <a16:creationId xmlns:a16="http://schemas.microsoft.com/office/drawing/2014/main" id="{B41570FC-32A2-4476-A042-2F2FDB9238D0}"/>
              </a:ext>
            </a:extLst>
          </p:cNvPr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1" name="reg-error-cfg">
            <a:extLst>
              <a:ext uri="{FF2B5EF4-FFF2-40B4-BE49-F238E27FC236}">
                <a16:creationId xmlns:a16="http://schemas.microsoft.com/office/drawing/2014/main" id="{B2F9061A-A6DC-4D7E-AB69-CAC583B6B1D1}"/>
              </a:ext>
            </a:extLst>
          </p:cNvPr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2" name="reg-column-4">
            <a:extLst>
              <a:ext uri="{FF2B5EF4-FFF2-40B4-BE49-F238E27FC236}">
                <a16:creationId xmlns:a16="http://schemas.microsoft.com/office/drawing/2014/main" id="{0E762CBE-7918-47DE-B1BE-89E12FF7865D}"/>
              </a:ext>
            </a:extLst>
          </p:cNvPr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llc-regs-cfg">
            <a:extLst>
              <a:ext uri="{FF2B5EF4-FFF2-40B4-BE49-F238E27FC236}">
                <a16:creationId xmlns:a16="http://schemas.microsoft.com/office/drawing/2014/main" id="{7662B63B-C84C-463F-A8E6-282C8232DA18}"/>
              </a:ext>
            </a:extLst>
          </p:cNvPr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slink-regs-cfg">
            <a:extLst>
              <a:ext uri="{FF2B5EF4-FFF2-40B4-BE49-F238E27FC236}">
                <a16:creationId xmlns:a16="http://schemas.microsoft.com/office/drawing/2014/main" id="{4EF35DC2-CFF8-44C5-9F00-FAB2C767B6F1}"/>
              </a:ext>
            </a:extLst>
          </p:cNvPr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5" name="err-cpu-cfg">
            <a:extLst>
              <a:ext uri="{FF2B5EF4-FFF2-40B4-BE49-F238E27FC236}">
                <a16:creationId xmlns:a16="http://schemas.microsoft.com/office/drawing/2014/main" id="{403D8B8A-AD00-418B-A705-E1A68C8908CE}"/>
              </a:ext>
            </a:extLst>
          </p:cNvPr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reg-ext-cfg">
            <a:extLst>
              <a:ext uri="{FF2B5EF4-FFF2-40B4-BE49-F238E27FC236}">
                <a16:creationId xmlns:a16="http://schemas.microsoft.com/office/drawing/2014/main" id="{6F273BAF-52BB-43F2-ACD0-113F5E1CC0CA}"/>
              </a:ext>
            </a:extLst>
          </p:cNvPr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ddr-arb-0">
            <a:extLst>
              <a:ext uri="{FF2B5EF4-FFF2-40B4-BE49-F238E27FC236}">
                <a16:creationId xmlns:a16="http://schemas.microsoft.com/office/drawing/2014/main" id="{536B7BB8-972D-4666-A837-EBE646022875}"/>
              </a:ext>
            </a:extLst>
          </p:cNvPr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ddr-arb-1">
            <a:extLst>
              <a:ext uri="{FF2B5EF4-FFF2-40B4-BE49-F238E27FC236}">
                <a16:creationId xmlns:a16="http://schemas.microsoft.com/office/drawing/2014/main" id="{A494B225-FD7C-4EF6-B380-352CAA3CB43E}"/>
              </a:ext>
            </a:extLst>
          </p:cNvPr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ddr-arb-2">
            <a:extLst>
              <a:ext uri="{FF2B5EF4-FFF2-40B4-BE49-F238E27FC236}">
                <a16:creationId xmlns:a16="http://schemas.microsoft.com/office/drawing/2014/main" id="{D2F1AA46-D911-48E9-9131-A710B4C10677}"/>
              </a:ext>
            </a:extLst>
          </p:cNvPr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ddr-arb-3">
            <a:extLst>
              <a:ext uri="{FF2B5EF4-FFF2-40B4-BE49-F238E27FC236}">
                <a16:creationId xmlns:a16="http://schemas.microsoft.com/office/drawing/2014/main" id="{C41805B4-5E5E-4127-82A0-5BA3180C7E45}"/>
              </a:ext>
            </a:extLst>
          </p:cNvPr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1" name="arb-rw">
            <a:extLst>
              <a:ext uri="{FF2B5EF4-FFF2-40B4-BE49-F238E27FC236}">
                <a16:creationId xmlns:a16="http://schemas.microsoft.com/office/drawing/2014/main" id="{BF1E1679-19FD-41A5-959E-ACEBE468FD51}"/>
              </a:ext>
            </a:extLst>
          </p:cNvPr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rw-command">
            <a:extLst>
              <a:ext uri="{FF2B5EF4-FFF2-40B4-BE49-F238E27FC236}">
                <a16:creationId xmlns:a16="http://schemas.microsoft.com/office/drawing/2014/main" id="{3B913956-3758-44BF-9B81-5F38E77E263C}"/>
              </a:ext>
            </a:extLst>
          </p:cNvPr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3" name="controller-phy">
            <a:extLst>
              <a:ext uri="{FF2B5EF4-FFF2-40B4-BE49-F238E27FC236}">
                <a16:creationId xmlns:a16="http://schemas.microsoft.com/office/drawing/2014/main" id="{4698E604-72CF-4DA0-9BA7-D68DB2E69AE1}"/>
              </a:ext>
            </a:extLst>
          </p:cNvPr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4" name="phy-ddr">
            <a:extLst>
              <a:ext uri="{FF2B5EF4-FFF2-40B4-BE49-F238E27FC236}">
                <a16:creationId xmlns:a16="http://schemas.microsoft.com/office/drawing/2014/main" id="{47878197-A8D1-42D1-8BBB-15A125DDAC02}"/>
              </a:ext>
            </a:extLst>
          </p:cNvPr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roi-vdma-control">
            <a:extLst>
              <a:ext uri="{FF2B5EF4-FFF2-40B4-BE49-F238E27FC236}">
                <a16:creationId xmlns:a16="http://schemas.microsoft.com/office/drawing/2014/main" id="{88B4234D-2F95-4E6C-9A49-1BAD291F0DB8}"/>
              </a:ext>
            </a:extLst>
          </p:cNvPr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vdma-pixels">
            <a:extLst>
              <a:ext uri="{FF2B5EF4-FFF2-40B4-BE49-F238E27FC236}">
                <a16:creationId xmlns:a16="http://schemas.microsoft.com/office/drawing/2014/main" id="{9AEBE005-AD6F-42F7-AAA3-4572B0B938A1}"/>
              </a:ext>
            </a:extLst>
          </p:cNvPr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7" name="fifo-lvds">
            <a:extLst>
              <a:ext uri="{FF2B5EF4-FFF2-40B4-BE49-F238E27FC236}">
                <a16:creationId xmlns:a16="http://schemas.microsoft.com/office/drawing/2014/main" id="{5BBA6B60-5BDB-4D9F-92B0-8A7E7D6D3F02}"/>
              </a:ext>
            </a:extLst>
          </p:cNvPr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llc-f0">
            <a:extLst>
              <a:ext uri="{FF2B5EF4-FFF2-40B4-BE49-F238E27FC236}">
                <a16:creationId xmlns:a16="http://schemas.microsoft.com/office/drawing/2014/main" id="{C2BBDB6E-8D19-47B9-BB49-3E2D38A9B16F}"/>
              </a:ext>
            </a:extLst>
          </p:cNvPr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9" name="mover-f1">
            <a:extLst>
              <a:ext uri="{FF2B5EF4-FFF2-40B4-BE49-F238E27FC236}">
                <a16:creationId xmlns:a16="http://schemas.microsoft.com/office/drawing/2014/main" id="{2570117C-B23E-4111-B69C-5EEC8950F208}"/>
              </a:ext>
            </a:extLst>
          </p:cNvPr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0" name="frame-f2">
            <a:extLst>
              <a:ext uri="{FF2B5EF4-FFF2-40B4-BE49-F238E27FC236}">
                <a16:creationId xmlns:a16="http://schemas.microsoft.com/office/drawing/2014/main" id="{024DDCDB-84DA-4EBB-8D53-183EA77EE129}"/>
              </a:ext>
            </a:extLst>
          </p:cNvPr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1" name="roi-f3-request">
            <a:extLst>
              <a:ext uri="{FF2B5EF4-FFF2-40B4-BE49-F238E27FC236}">
                <a16:creationId xmlns:a16="http://schemas.microsoft.com/office/drawing/2014/main" id="{E984CD6B-8A42-4C1F-B59D-7F0EDD00566B}"/>
              </a:ext>
            </a:extLst>
          </p:cNvPr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front-input-0">
            <a:extLst>
              <a:ext uri="{FF2B5EF4-FFF2-40B4-BE49-F238E27FC236}">
                <a16:creationId xmlns:a16="http://schemas.microsoft.com/office/drawing/2014/main" id="{1EE17025-F06D-4D64-B1A1-D53C03BB558D}"/>
              </a:ext>
            </a:extLst>
          </p:cNvPr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3" name="front-input-1">
            <a:extLst>
              <a:ext uri="{FF2B5EF4-FFF2-40B4-BE49-F238E27FC236}">
                <a16:creationId xmlns:a16="http://schemas.microsoft.com/office/drawing/2014/main" id="{42E1EDCF-7DDE-4984-99EB-912F25BEFDE1}"/>
              </a:ext>
            </a:extLst>
          </p:cNvPr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front-input-2">
            <a:extLst>
              <a:ext uri="{FF2B5EF4-FFF2-40B4-BE49-F238E27FC236}">
                <a16:creationId xmlns:a16="http://schemas.microsoft.com/office/drawing/2014/main" id="{96014AA5-995B-42C6-9D98-63791D78C6F2}"/>
              </a:ext>
            </a:extLst>
          </p:cNvPr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5" name="front-input-3">
            <a:extLst>
              <a:ext uri="{FF2B5EF4-FFF2-40B4-BE49-F238E27FC236}">
                <a16:creationId xmlns:a16="http://schemas.microsoft.com/office/drawing/2014/main" id="{DA48FF57-B763-4491-B543-BC6DFB67B357}"/>
              </a:ext>
            </a:extLst>
          </p:cNvPr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6" name="adapt-address">
            <a:extLst>
              <a:ext uri="{FF2B5EF4-FFF2-40B4-BE49-F238E27FC236}">
                <a16:creationId xmlns:a16="http://schemas.microsoft.com/office/drawing/2014/main" id="{A5BB563A-6CE1-4EE9-B4D7-612078D462D8}"/>
              </a:ext>
            </a:extLst>
          </p:cNvPr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7" name="address-downstream">
            <a:extLst>
              <a:ext uri="{FF2B5EF4-FFF2-40B4-BE49-F238E27FC236}">
                <a16:creationId xmlns:a16="http://schemas.microsoft.com/office/drawing/2014/main" id="{E535516B-E898-42BA-8BC7-29EAF1436430}"/>
              </a:ext>
            </a:extLst>
          </p:cNvPr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b-response">
            <a:extLst>
              <a:ext uri="{FF2B5EF4-FFF2-40B4-BE49-F238E27FC236}">
                <a16:creationId xmlns:a16="http://schemas.microsoft.com/office/drawing/2014/main" id="{4EACF297-C86B-4F66-BF87-A52D9A10F7E5}"/>
              </a:ext>
            </a:extLst>
          </p:cNvPr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9" name="metadata-control">
            <a:extLst>
              <a:ext uri="{FF2B5EF4-FFF2-40B4-BE49-F238E27FC236}">
                <a16:creationId xmlns:a16="http://schemas.microsoft.com/office/drawing/2014/main" id="{1E63E191-1731-40CF-AF3D-A76CECB3771F}"/>
              </a:ext>
            </a:extLst>
          </p:cNvPr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metadata-storage">
            <a:extLst>
              <a:ext uri="{FF2B5EF4-FFF2-40B4-BE49-F238E27FC236}">
                <a16:creationId xmlns:a16="http://schemas.microsoft.com/office/drawing/2014/main" id="{90199582-FE84-4873-81F8-E8123C164290}"/>
              </a:ext>
            </a:extLst>
          </p:cNvPr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1" name="adapt-compressor">
            <a:extLst>
              <a:ext uri="{FF2B5EF4-FFF2-40B4-BE49-F238E27FC236}">
                <a16:creationId xmlns:a16="http://schemas.microsoft.com/office/drawing/2014/main" id="{1C9A6854-46AE-4309-A423-41CCC4D3B881}"/>
              </a:ext>
            </a:extLst>
          </p:cNvPr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2" name="compressor-route">
            <a:extLst>
              <a:ext uri="{FF2B5EF4-FFF2-40B4-BE49-F238E27FC236}">
                <a16:creationId xmlns:a16="http://schemas.microsoft.com/office/drawing/2014/main" id="{16CDFDBC-98C5-4E87-9E8C-54C6DC4ED9D6}"/>
              </a:ext>
            </a:extLst>
          </p:cNvPr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read-to-decoder">
            <a:extLst>
              <a:ext uri="{FF2B5EF4-FFF2-40B4-BE49-F238E27FC236}">
                <a16:creationId xmlns:a16="http://schemas.microsoft.com/office/drawing/2014/main" id="{6981DB1C-9F2B-4E7C-AC88-1E690F8CBE96}"/>
              </a:ext>
            </a:extLst>
          </p:cNvPr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decoder-up">
            <a:extLst>
              <a:ext uri="{FF2B5EF4-FFF2-40B4-BE49-F238E27FC236}">
                <a16:creationId xmlns:a16="http://schemas.microsoft.com/office/drawing/2014/main" id="{0BF12578-B9B2-4639-BEF1-45EB3FEF8622}"/>
              </a:ext>
            </a:extLst>
          </p:cNvPr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5" name="adapt-plain-bypass">
            <a:extLst>
              <a:ext uri="{FF2B5EF4-FFF2-40B4-BE49-F238E27FC236}">
                <a16:creationId xmlns:a16="http://schemas.microsoft.com/office/drawing/2014/main" id="{C61FA465-6B45-40D6-9B46-CBF00CE2959E}"/>
              </a:ext>
            </a:extLst>
          </p:cNvPr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plain-bypass-route">
            <a:extLst>
              <a:ext uri="{FF2B5EF4-FFF2-40B4-BE49-F238E27FC236}">
                <a16:creationId xmlns:a16="http://schemas.microsoft.com/office/drawing/2014/main" id="{06D19088-871B-419D-8657-4A8D6901CA39}"/>
              </a:ext>
            </a:extLst>
          </p:cNvPr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front-ddr-0">
            <a:extLst>
              <a:ext uri="{FF2B5EF4-FFF2-40B4-BE49-F238E27FC236}">
                <a16:creationId xmlns:a16="http://schemas.microsoft.com/office/drawing/2014/main" id="{8BA81667-764A-47AB-A167-E3F788F85D4C}"/>
              </a:ext>
            </a:extLst>
          </p:cNvPr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8" name="front-ddr-1">
            <a:extLst>
              <a:ext uri="{FF2B5EF4-FFF2-40B4-BE49-F238E27FC236}">
                <a16:creationId xmlns:a16="http://schemas.microsoft.com/office/drawing/2014/main" id="{2A095293-7173-4F92-AF27-FB4EB3BDBEA5}"/>
              </a:ext>
            </a:extLst>
          </p:cNvPr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front-ddr-2">
            <a:extLst>
              <a:ext uri="{FF2B5EF4-FFF2-40B4-BE49-F238E27FC236}">
                <a16:creationId xmlns:a16="http://schemas.microsoft.com/office/drawing/2014/main" id="{2B21FCD2-E7F2-41E8-A454-62CC79B94F51}"/>
              </a:ext>
            </a:extLst>
          </p:cNvPr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0" name="front-ddr-3">
            <a:extLst>
              <a:ext uri="{FF2B5EF4-FFF2-40B4-BE49-F238E27FC236}">
                <a16:creationId xmlns:a16="http://schemas.microsoft.com/office/drawing/2014/main" id="{616C9B20-FC65-46A1-88A7-94ECC36E0593}"/>
              </a:ext>
            </a:extLst>
          </p:cNvPr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1" name="regext-config">
            <a:extLst>
              <a:ext uri="{FF2B5EF4-FFF2-40B4-BE49-F238E27FC236}">
                <a16:creationId xmlns:a16="http://schemas.microsoft.com/office/drawing/2014/main" id="{F5701A64-42F5-436D-8E12-FBCF6063E215}"/>
              </a:ext>
            </a:extLst>
          </p:cNvPr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2" name="config-trunk-1">
            <a:extLst>
              <a:ext uri="{FF2B5EF4-FFF2-40B4-BE49-F238E27FC236}">
                <a16:creationId xmlns:a16="http://schemas.microsoft.com/office/drawing/2014/main" id="{3DF57B2A-2EE6-4923-A2DE-D278A7E79A94}"/>
              </a:ext>
            </a:extLst>
          </p:cNvPr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cfg-C1">
            <a:extLst>
              <a:ext uri="{FF2B5EF4-FFF2-40B4-BE49-F238E27FC236}">
                <a16:creationId xmlns:a16="http://schemas.microsoft.com/office/drawing/2014/main" id="{394C4541-0F4E-44BE-879D-F3D0E572A065}"/>
              </a:ext>
            </a:extLst>
          </p:cNvPr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4" name="cfg-C2">
            <a:extLst>
              <a:ext uri="{FF2B5EF4-FFF2-40B4-BE49-F238E27FC236}">
                <a16:creationId xmlns:a16="http://schemas.microsoft.com/office/drawing/2014/main" id="{C527304C-EE22-42D1-AD35-0C2DFC092FC4}"/>
              </a:ext>
            </a:extLst>
          </p:cNvPr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5" name="cfg-C3">
            <a:extLst>
              <a:ext uri="{FF2B5EF4-FFF2-40B4-BE49-F238E27FC236}">
                <a16:creationId xmlns:a16="http://schemas.microsoft.com/office/drawing/2014/main" id="{1352637D-697A-40D3-97AB-7F63D24B5D3A}"/>
              </a:ext>
            </a:extLst>
          </p:cNvPr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6" name="cfg-C4">
            <a:extLst>
              <a:ext uri="{FF2B5EF4-FFF2-40B4-BE49-F238E27FC236}">
                <a16:creationId xmlns:a16="http://schemas.microsoft.com/office/drawing/2014/main" id="{4752AB99-ECA4-4040-8805-FF53BD15E574}"/>
              </a:ext>
            </a:extLst>
          </p:cNvPr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7" name="cfg-C5">
            <a:extLst>
              <a:ext uri="{FF2B5EF4-FFF2-40B4-BE49-F238E27FC236}">
                <a16:creationId xmlns:a16="http://schemas.microsoft.com/office/drawing/2014/main" id="{E207446C-26B5-4F38-8FF8-6BC316969915}"/>
              </a:ext>
            </a:extLst>
          </p:cNvPr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8" name="cfg-C6">
            <a:extLst>
              <a:ext uri="{FF2B5EF4-FFF2-40B4-BE49-F238E27FC236}">
                <a16:creationId xmlns:a16="http://schemas.microsoft.com/office/drawing/2014/main" id="{F5B6A555-A313-48F8-81BA-F37C2E6FCBF2}"/>
              </a:ext>
            </a:extLst>
          </p:cNvPr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9" name="cfg-C7">
            <a:extLst>
              <a:ext uri="{FF2B5EF4-FFF2-40B4-BE49-F238E27FC236}">
                <a16:creationId xmlns:a16="http://schemas.microsoft.com/office/drawing/2014/main" id="{EEE6BDB3-A566-46ED-BCC4-5AD700A3DAC3}"/>
              </a:ext>
            </a:extLst>
          </p:cNvPr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0" name="cfg-C8">
            <a:extLst>
              <a:ext uri="{FF2B5EF4-FFF2-40B4-BE49-F238E27FC236}">
                <a16:creationId xmlns:a16="http://schemas.microsoft.com/office/drawing/2014/main" id="{C5D21DF6-8D8F-4AB1-9661-4CFDBB52CA19}"/>
              </a:ext>
            </a:extLst>
          </p:cNvPr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1" name="config-trunk-2">
            <a:extLst>
              <a:ext uri="{FF2B5EF4-FFF2-40B4-BE49-F238E27FC236}">
                <a16:creationId xmlns:a16="http://schemas.microsoft.com/office/drawing/2014/main" id="{F7B29374-8F62-4269-8522-3FD979F6623B}"/>
              </a:ext>
            </a:extLst>
          </p:cNvPr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2" name="cfg-C9">
            <a:extLst>
              <a:ext uri="{FF2B5EF4-FFF2-40B4-BE49-F238E27FC236}">
                <a16:creationId xmlns:a16="http://schemas.microsoft.com/office/drawing/2014/main" id="{DD365F49-7C79-4953-9A30-8C6B8C50A7A9}"/>
              </a:ext>
            </a:extLst>
          </p:cNvPr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3" name="cfg-C10">
            <a:extLst>
              <a:ext uri="{FF2B5EF4-FFF2-40B4-BE49-F238E27FC236}">
                <a16:creationId xmlns:a16="http://schemas.microsoft.com/office/drawing/2014/main" id="{6AAF4214-1583-4F58-9202-58D0C96210CF}"/>
              </a:ext>
            </a:extLst>
          </p:cNvPr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4" name="cfg-C11">
            <a:extLst>
              <a:ext uri="{FF2B5EF4-FFF2-40B4-BE49-F238E27FC236}">
                <a16:creationId xmlns:a16="http://schemas.microsoft.com/office/drawing/2014/main" id="{FC4A0354-0EA2-41E7-9C47-4BAD82E42606}"/>
              </a:ext>
            </a:extLst>
          </p:cNvPr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5" name="cfg-C12">
            <a:extLst>
              <a:ext uri="{FF2B5EF4-FFF2-40B4-BE49-F238E27FC236}">
                <a16:creationId xmlns:a16="http://schemas.microsoft.com/office/drawing/2014/main" id="{FE1D99D7-802D-4D90-9438-BFC01AE8E569}"/>
              </a:ext>
            </a:extLst>
          </p:cNvPr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cfg-C13">
            <a:extLst>
              <a:ext uri="{FF2B5EF4-FFF2-40B4-BE49-F238E27FC236}">
                <a16:creationId xmlns:a16="http://schemas.microsoft.com/office/drawing/2014/main" id="{1DF411AB-A2CF-4F88-9CD5-A5CA2B96C849}"/>
              </a:ext>
            </a:extLst>
          </p:cNvPr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7" name="cfg-C14">
            <a:extLst>
              <a:ext uri="{FF2B5EF4-FFF2-40B4-BE49-F238E27FC236}">
                <a16:creationId xmlns:a16="http://schemas.microsoft.com/office/drawing/2014/main" id="{21DE0736-E614-4A9B-AF3F-428DEE80CD5D}"/>
              </a:ext>
            </a:extLst>
          </p:cNvPr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8" name="cfg-C15">
            <a:extLst>
              <a:ext uri="{FF2B5EF4-FFF2-40B4-BE49-F238E27FC236}">
                <a16:creationId xmlns:a16="http://schemas.microsoft.com/office/drawing/2014/main" id="{7FCF5B9A-2FE7-4265-A014-774C13A817E1}"/>
              </a:ext>
            </a:extLst>
          </p:cNvPr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9" name="cfg-C16">
            <a:extLst>
              <a:ext uri="{FF2B5EF4-FFF2-40B4-BE49-F238E27FC236}">
                <a16:creationId xmlns:a16="http://schemas.microsoft.com/office/drawing/2014/main" id="{B3F01D56-65CE-4AC8-81CA-C623000A2BAE}"/>
              </a:ext>
            </a:extLst>
          </p:cNvPr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0" name="legend-axi-interface">
            <a:extLst>
              <a:ext uri="{FF2B5EF4-FFF2-40B4-BE49-F238E27FC236}">
                <a16:creationId xmlns:a16="http://schemas.microsoft.com/office/drawing/2014/main" id="{56CC0934-2637-49BF-B2BD-E89D72AC6AF6}"/>
              </a:ext>
            </a:extLst>
          </p:cNvPr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1" name="legend-axi-request">
            <a:extLst>
              <a:ext uri="{FF2B5EF4-FFF2-40B4-BE49-F238E27FC236}">
                <a16:creationId xmlns:a16="http://schemas.microsoft.com/office/drawing/2014/main" id="{72BF609D-ED1C-4B3D-A3F3-8A5A90C071C0}"/>
              </a:ext>
            </a:extLst>
          </p:cNvPr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2" name="legend-gb">
            <a:extLst>
              <a:ext uri="{FF2B5EF4-FFF2-40B4-BE49-F238E27FC236}">
                <a16:creationId xmlns:a16="http://schemas.microsoft.com/office/drawing/2014/main" id="{A34C2AF7-8F67-4E7D-942D-A4E532E07F64}"/>
              </a:ext>
            </a:extLst>
          </p:cNvPr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3" name="legend-pixel">
            <a:extLst>
              <a:ext uri="{FF2B5EF4-FFF2-40B4-BE49-F238E27FC236}">
                <a16:creationId xmlns:a16="http://schemas.microsoft.com/office/drawing/2014/main" id="{3AB85C97-1553-4EAF-A8A1-8E6BD9772570}"/>
              </a:ext>
            </a:extLst>
          </p:cNvPr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4" name="legend-cfg">
            <a:extLst>
              <a:ext uri="{FF2B5EF4-FFF2-40B4-BE49-F238E27FC236}">
                <a16:creationId xmlns:a16="http://schemas.microsoft.com/office/drawing/2014/main" id="{E2723B29-16FF-4E83-A2C9-9E8A61AF0A28}"/>
              </a:ext>
            </a:extLst>
          </p:cNvPr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5" name="legend-optional">
            <a:extLst>
              <a:ext uri="{FF2B5EF4-FFF2-40B4-BE49-F238E27FC236}">
                <a16:creationId xmlns:a16="http://schemas.microsoft.com/office/drawing/2014/main" id="{F88A6B83-CB36-4809-922F-6A79B96C1706}"/>
              </a:ext>
            </a:extLst>
          </p:cNvPr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6" name="junction-84.25-1407.0951771653542">
            <a:extLst>
              <a:ext uri="{FF2B5EF4-FFF2-40B4-BE49-F238E27FC236}">
                <a16:creationId xmlns:a16="http://schemas.microsoft.com/office/drawing/2014/main" id="{EF2FADBF-E062-4772-B5B8-89520CAC5666}"/>
              </a:ext>
            </a:extLst>
          </p:cNvPr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7" name="junction-84.25-1495.0951771653542">
            <a:extLst>
              <a:ext uri="{FF2B5EF4-FFF2-40B4-BE49-F238E27FC236}">
                <a16:creationId xmlns:a16="http://schemas.microsoft.com/office/drawing/2014/main" id="{BEE6831B-8874-4481-85C1-45FD6315DF8D}"/>
              </a:ext>
            </a:extLst>
          </p:cNvPr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8" name="junction-84.25-1583.0951771653542">
            <a:extLst>
              <a:ext uri="{FF2B5EF4-FFF2-40B4-BE49-F238E27FC236}">
                <a16:creationId xmlns:a16="http://schemas.microsoft.com/office/drawing/2014/main" id="{1638287A-4289-4E17-B684-B065E81E4344}"/>
              </a:ext>
            </a:extLst>
          </p:cNvPr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9" name="junction-84.25-1671.0951771653542">
            <a:extLst>
              <a:ext uri="{FF2B5EF4-FFF2-40B4-BE49-F238E27FC236}">
                <a16:creationId xmlns:a16="http://schemas.microsoft.com/office/drawing/2014/main" id="{A300BFCE-1574-45C1-AE51-886B000383A1}"/>
              </a:ext>
            </a:extLst>
          </p:cNvPr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0" name="junction-414.25-1407.0951771653542">
            <a:extLst>
              <a:ext uri="{FF2B5EF4-FFF2-40B4-BE49-F238E27FC236}">
                <a16:creationId xmlns:a16="http://schemas.microsoft.com/office/drawing/2014/main" id="{AED0C883-137D-4F3C-8A7B-F608C6FD347B}"/>
              </a:ext>
            </a:extLst>
          </p:cNvPr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1" name="junction-414.25-1495.0951771653542">
            <a:extLst>
              <a:ext uri="{FF2B5EF4-FFF2-40B4-BE49-F238E27FC236}">
                <a16:creationId xmlns:a16="http://schemas.microsoft.com/office/drawing/2014/main" id="{E2FA724A-BDB7-4AB0-8A8E-FC132F8287E3}"/>
              </a:ext>
            </a:extLst>
          </p:cNvPr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2" name="junction-414.25-1583.0951771653542">
            <a:extLst>
              <a:ext uri="{FF2B5EF4-FFF2-40B4-BE49-F238E27FC236}">
                <a16:creationId xmlns:a16="http://schemas.microsoft.com/office/drawing/2014/main" id="{6533DBA2-7A6C-4C88-A599-6C74D45108F9}"/>
              </a:ext>
            </a:extLst>
          </p:cNvPr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3" name="junction-414.25-1671.0951771653542">
            <a:extLst>
              <a:ext uri="{FF2B5EF4-FFF2-40B4-BE49-F238E27FC236}">
                <a16:creationId xmlns:a16="http://schemas.microsoft.com/office/drawing/2014/main" id="{4CBECA91-6850-48A0-83B9-63C9189007C7}"/>
              </a:ext>
            </a:extLst>
          </p:cNvPr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4" name="junction-744.25-1407.0951771653542">
            <a:extLst>
              <a:ext uri="{FF2B5EF4-FFF2-40B4-BE49-F238E27FC236}">
                <a16:creationId xmlns:a16="http://schemas.microsoft.com/office/drawing/2014/main" id="{1CDCA2F8-15C6-4D30-8CC5-CF8FE68A6C97}"/>
              </a:ext>
            </a:extLst>
          </p:cNvPr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5" name="junction-744.25-1495.0951771653542">
            <a:extLst>
              <a:ext uri="{FF2B5EF4-FFF2-40B4-BE49-F238E27FC236}">
                <a16:creationId xmlns:a16="http://schemas.microsoft.com/office/drawing/2014/main" id="{1B79F9D9-B28D-4ABE-B148-AFD6F9E64529}"/>
              </a:ext>
            </a:extLst>
          </p:cNvPr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6" name="junction-744.25-1583.0951771653542">
            <a:extLst>
              <a:ext uri="{FF2B5EF4-FFF2-40B4-BE49-F238E27FC236}">
                <a16:creationId xmlns:a16="http://schemas.microsoft.com/office/drawing/2014/main" id="{E3FEA06C-1FB5-4383-95C6-CAF8978EA632}"/>
              </a:ext>
            </a:extLst>
          </p:cNvPr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7" name="junction-744.25-1671.0951771653542">
            <a:extLst>
              <a:ext uri="{FF2B5EF4-FFF2-40B4-BE49-F238E27FC236}">
                <a16:creationId xmlns:a16="http://schemas.microsoft.com/office/drawing/2014/main" id="{EF8B7E00-5502-4475-882A-72A49026F266}"/>
              </a:ext>
            </a:extLst>
          </p:cNvPr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8" name="junction-1074.25-1407.0951771653542">
            <a:extLst>
              <a:ext uri="{FF2B5EF4-FFF2-40B4-BE49-F238E27FC236}">
                <a16:creationId xmlns:a16="http://schemas.microsoft.com/office/drawing/2014/main" id="{AB3F0F8E-376E-4ACA-B799-F99EF3DB37F1}"/>
              </a:ext>
            </a:extLst>
          </p:cNvPr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9" name="junction-1074.25-1495.0951771653542">
            <a:extLst>
              <a:ext uri="{FF2B5EF4-FFF2-40B4-BE49-F238E27FC236}">
                <a16:creationId xmlns:a16="http://schemas.microsoft.com/office/drawing/2014/main" id="{F3ED66C4-BD6E-48EC-B041-DF0537E013FD}"/>
              </a:ext>
            </a:extLst>
          </p:cNvPr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0" name="junction-1074.25-1583.0951771653542">
            <a:extLst>
              <a:ext uri="{FF2B5EF4-FFF2-40B4-BE49-F238E27FC236}">
                <a16:creationId xmlns:a16="http://schemas.microsoft.com/office/drawing/2014/main" id="{3BC21FDF-0C47-4993-90D2-A43A4E16907A}"/>
              </a:ext>
            </a:extLst>
          </p:cNvPr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1" name="junction-1074.25-1671.0951771653542">
            <a:extLst>
              <a:ext uri="{FF2B5EF4-FFF2-40B4-BE49-F238E27FC236}">
                <a16:creationId xmlns:a16="http://schemas.microsoft.com/office/drawing/2014/main" id="{2C53825B-E417-4EF4-941B-A504A614032D}"/>
              </a:ext>
            </a:extLst>
          </p:cNvPr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2" name="junction-1404.25-1407.0951771653542">
            <a:extLst>
              <a:ext uri="{FF2B5EF4-FFF2-40B4-BE49-F238E27FC236}">
                <a16:creationId xmlns:a16="http://schemas.microsoft.com/office/drawing/2014/main" id="{E20F627A-BAEE-4929-AE7A-BD9840C4B1C1}"/>
              </a:ext>
            </a:extLst>
          </p:cNvPr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3" name="junction-1404.25-1495.0951771653542">
            <a:extLst>
              <a:ext uri="{FF2B5EF4-FFF2-40B4-BE49-F238E27FC236}">
                <a16:creationId xmlns:a16="http://schemas.microsoft.com/office/drawing/2014/main" id="{A8339DCB-71DC-4EBB-8AB1-3A8B45947ED7}"/>
              </a:ext>
            </a:extLst>
          </p:cNvPr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4" name="junction-1404.25-1583.0951771653542">
            <a:extLst>
              <a:ext uri="{FF2B5EF4-FFF2-40B4-BE49-F238E27FC236}">
                <a16:creationId xmlns:a16="http://schemas.microsoft.com/office/drawing/2014/main" id="{D52AD160-6A42-44A8-B3A6-D564573FED9C}"/>
              </a:ext>
            </a:extLst>
          </p:cNvPr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5" name="junction-1404.25-1671.0951771653542">
            <a:extLst>
              <a:ext uri="{FF2B5EF4-FFF2-40B4-BE49-F238E27FC236}">
                <a16:creationId xmlns:a16="http://schemas.microsoft.com/office/drawing/2014/main" id="{BDC6C03F-EAD6-4BDC-B2D1-C4EA5D7C87DF}"/>
              </a:ext>
            </a:extLst>
          </p:cNvPr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6" name="junction-1785-1727.0951771653542">
            <a:extLst>
              <a:ext uri="{FF2B5EF4-FFF2-40B4-BE49-F238E27FC236}">
                <a16:creationId xmlns:a16="http://schemas.microsoft.com/office/drawing/2014/main" id="{784E1427-28B7-4F96-831B-7551296ED4A6}"/>
              </a:ext>
            </a:extLst>
          </p:cNvPr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7" name="junction-170.125-1727.0951771653542">
            <a:extLst>
              <a:ext uri="{FF2B5EF4-FFF2-40B4-BE49-F238E27FC236}">
                <a16:creationId xmlns:a16="http://schemas.microsoft.com/office/drawing/2014/main" id="{26694C3C-37A4-4601-8991-6CD2C8CA11AE}"/>
              </a:ext>
            </a:extLst>
          </p:cNvPr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junction-381.875-1727.0951771653542">
            <a:extLst>
              <a:ext uri="{FF2B5EF4-FFF2-40B4-BE49-F238E27FC236}">
                <a16:creationId xmlns:a16="http://schemas.microsoft.com/office/drawing/2014/main" id="{42DFB694-CC02-4FCB-90F5-9C35A2512B8B}"/>
              </a:ext>
            </a:extLst>
          </p:cNvPr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9" name="junction-593.625-1727.0951771653542">
            <a:extLst>
              <a:ext uri="{FF2B5EF4-FFF2-40B4-BE49-F238E27FC236}">
                <a16:creationId xmlns:a16="http://schemas.microsoft.com/office/drawing/2014/main" id="{A9B90D8C-F410-4348-9805-3093D538C452}"/>
              </a:ext>
            </a:extLst>
          </p:cNvPr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0" name="junction-805.375-1727.0951771653542">
            <a:extLst>
              <a:ext uri="{FF2B5EF4-FFF2-40B4-BE49-F238E27FC236}">
                <a16:creationId xmlns:a16="http://schemas.microsoft.com/office/drawing/2014/main" id="{FE5F0501-7E50-4E61-BE36-2DFC9EB265E6}"/>
              </a:ext>
            </a:extLst>
          </p:cNvPr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1" name="junction-1017.125-1727.0951771653542">
            <a:extLst>
              <a:ext uri="{FF2B5EF4-FFF2-40B4-BE49-F238E27FC236}">
                <a16:creationId xmlns:a16="http://schemas.microsoft.com/office/drawing/2014/main" id="{3CC8B91E-5127-4DC8-9D40-D2D004D8D201}"/>
              </a:ext>
            </a:extLst>
          </p:cNvPr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2" name="junction-1228.875-1727.0951771653542">
            <a:extLst>
              <a:ext uri="{FF2B5EF4-FFF2-40B4-BE49-F238E27FC236}">
                <a16:creationId xmlns:a16="http://schemas.microsoft.com/office/drawing/2014/main" id="{ABB5B270-B680-4F2F-83C9-36A5DBE26610}"/>
              </a:ext>
            </a:extLst>
          </p:cNvPr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3" name="junction-1440.625-1727.0951771653542">
            <a:extLst>
              <a:ext uri="{FF2B5EF4-FFF2-40B4-BE49-F238E27FC236}">
                <a16:creationId xmlns:a16="http://schemas.microsoft.com/office/drawing/2014/main" id="{083F6FF5-0831-4780-BC72-4540A7CDFFD6}"/>
              </a:ext>
            </a:extLst>
          </p:cNvPr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4" name="junction-1652.375-1727.0951771653542">
            <a:extLst>
              <a:ext uri="{FF2B5EF4-FFF2-40B4-BE49-F238E27FC236}">
                <a16:creationId xmlns:a16="http://schemas.microsoft.com/office/drawing/2014/main" id="{077325FB-6FA7-41A6-8FD8-4FC36AA8039C}"/>
              </a:ext>
            </a:extLst>
          </p:cNvPr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5" name="junction-1785-1861.1951771653542">
            <a:extLst>
              <a:ext uri="{FF2B5EF4-FFF2-40B4-BE49-F238E27FC236}">
                <a16:creationId xmlns:a16="http://schemas.microsoft.com/office/drawing/2014/main" id="{7CE5CFB8-5387-41E9-81D9-8DC3508003D3}"/>
              </a:ext>
            </a:extLst>
          </p:cNvPr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6" name="junction-170.125-1861.1951771653542">
            <a:extLst>
              <a:ext uri="{FF2B5EF4-FFF2-40B4-BE49-F238E27FC236}">
                <a16:creationId xmlns:a16="http://schemas.microsoft.com/office/drawing/2014/main" id="{66FE0579-E733-48B2-809B-2E474D6F90EA}"/>
              </a:ext>
            </a:extLst>
          </p:cNvPr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7" name="junction-381.875-1861.1951771653542">
            <a:extLst>
              <a:ext uri="{FF2B5EF4-FFF2-40B4-BE49-F238E27FC236}">
                <a16:creationId xmlns:a16="http://schemas.microsoft.com/office/drawing/2014/main" id="{E78DB7E1-823E-445C-9B6D-D572669D057B}"/>
              </a:ext>
            </a:extLst>
          </p:cNvPr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8" name="junction-593.625-1861.1951771653542">
            <a:extLst>
              <a:ext uri="{FF2B5EF4-FFF2-40B4-BE49-F238E27FC236}">
                <a16:creationId xmlns:a16="http://schemas.microsoft.com/office/drawing/2014/main" id="{704E99AA-1790-42A3-BA67-C3ACD166B69D}"/>
              </a:ext>
            </a:extLst>
          </p:cNvPr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9" name="junction-805.375-1861.1951771653542">
            <a:extLst>
              <a:ext uri="{FF2B5EF4-FFF2-40B4-BE49-F238E27FC236}">
                <a16:creationId xmlns:a16="http://schemas.microsoft.com/office/drawing/2014/main" id="{00ACA8CF-3F73-4007-AB89-249CAA95279B}"/>
              </a:ext>
            </a:extLst>
          </p:cNvPr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0" name="junction-1017.125-1861.1951771653542">
            <a:extLst>
              <a:ext uri="{FF2B5EF4-FFF2-40B4-BE49-F238E27FC236}">
                <a16:creationId xmlns:a16="http://schemas.microsoft.com/office/drawing/2014/main" id="{248CCD2B-8712-4037-8C8C-BB906D1510EB}"/>
              </a:ext>
            </a:extLst>
          </p:cNvPr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1" name="junction-1228.875-1861.1951771653542">
            <a:extLst>
              <a:ext uri="{FF2B5EF4-FFF2-40B4-BE49-F238E27FC236}">
                <a16:creationId xmlns:a16="http://schemas.microsoft.com/office/drawing/2014/main" id="{AE4E2588-8ECA-417D-8C2A-597361B1B872}"/>
              </a:ext>
            </a:extLst>
          </p:cNvPr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2" name="junction-1440.625-1861.1951771653542">
            <a:extLst>
              <a:ext uri="{FF2B5EF4-FFF2-40B4-BE49-F238E27FC236}">
                <a16:creationId xmlns:a16="http://schemas.microsoft.com/office/drawing/2014/main" id="{B7D0AEC7-1F12-4D47-A809-DCF2539A0613}"/>
              </a:ext>
            </a:extLst>
          </p:cNvPr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3" name="junction-1652.375-1861.1951771653542">
            <a:extLst>
              <a:ext uri="{FF2B5EF4-FFF2-40B4-BE49-F238E27FC236}">
                <a16:creationId xmlns:a16="http://schemas.microsoft.com/office/drawing/2014/main" id="{A418231E-D4AC-4493-8B63-7BB2434B3568}"/>
              </a:ext>
            </a:extLst>
          </p:cNvPr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4" name="cva6">
            <a:extLst>
              <a:ext uri="{FF2B5EF4-FFF2-40B4-BE49-F238E27FC236}">
                <a16:creationId xmlns:a16="http://schemas.microsoft.com/office/drawing/2014/main" id="{2FF99D40-21CE-4845-98C9-7E724BE9FDF1}"/>
              </a:ext>
            </a:extLst>
          </p:cNvPr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5" name="ara">
            <a:extLst>
              <a:ext uri="{FF2B5EF4-FFF2-40B4-BE49-F238E27FC236}">
                <a16:creationId xmlns:a16="http://schemas.microsoft.com/office/drawing/2014/main" id="{95C9DC37-BC31-4C08-89C7-AC2F9C0F8064}"/>
              </a:ext>
            </a:extLst>
          </p:cNvPr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6" name="ara-filter">
            <a:extLst>
              <a:ext uri="{FF2B5EF4-FFF2-40B4-BE49-F238E27FC236}">
                <a16:creationId xmlns:a16="http://schemas.microsoft.com/office/drawing/2014/main" id="{C06C6814-2AE1-4168-952B-A6823648E35B}"/>
              </a:ext>
            </a:extLst>
          </p:cNvPr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7" name="ara-width">
            <a:extLst>
              <a:ext uri="{FF2B5EF4-FFF2-40B4-BE49-F238E27FC236}">
                <a16:creationId xmlns:a16="http://schemas.microsoft.com/office/drawing/2014/main" id="{AEF3AE02-A1C9-4243-BFA4-C6B8958F3DDF}"/>
              </a:ext>
            </a:extLst>
          </p:cNvPr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8" name="npu">
            <a:extLst>
              <a:ext uri="{FF2B5EF4-FFF2-40B4-BE49-F238E27FC236}">
                <a16:creationId xmlns:a16="http://schemas.microsoft.com/office/drawing/2014/main" id="{D76544E3-5773-4EF1-8979-F7D3A3381D6C}"/>
              </a:ext>
            </a:extLst>
          </p:cNvPr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badge-C10">
            <a:extLst>
              <a:ext uri="{FF2B5EF4-FFF2-40B4-BE49-F238E27FC236}">
                <a16:creationId xmlns:a16="http://schemas.microsoft.com/office/drawing/2014/main" id="{CD54254C-A300-420C-899C-B9A7D48FA72D}"/>
              </a:ext>
            </a:extLst>
          </p:cNvPr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0" name="gb-adapter">
            <a:extLst>
              <a:ext uri="{FF2B5EF4-FFF2-40B4-BE49-F238E27FC236}">
                <a16:creationId xmlns:a16="http://schemas.microsoft.com/office/drawing/2014/main" id="{2B2320EA-9F14-42B2-BF47-A9701ECCA51B}"/>
              </a:ext>
            </a:extLst>
          </p:cNvPr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1" name="global-buffer">
            <a:extLst>
              <a:ext uri="{FF2B5EF4-FFF2-40B4-BE49-F238E27FC236}">
                <a16:creationId xmlns:a16="http://schemas.microsoft.com/office/drawing/2014/main" id="{F5EE2BB7-D1ED-4E42-A2B9-2DFB8B36DFCB}"/>
              </a:ext>
            </a:extLst>
          </p:cNvPr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2" name="badge-C12">
            <a:extLst>
              <a:ext uri="{FF2B5EF4-FFF2-40B4-BE49-F238E27FC236}">
                <a16:creationId xmlns:a16="http://schemas.microsoft.com/office/drawing/2014/main" id="{CC2F994E-53E2-47B4-A1B6-55BE8567295C}"/>
              </a:ext>
            </a:extLst>
          </p:cNvPr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3" name="gb-mover">
            <a:extLst>
              <a:ext uri="{FF2B5EF4-FFF2-40B4-BE49-F238E27FC236}">
                <a16:creationId xmlns:a16="http://schemas.microsoft.com/office/drawing/2014/main" id="{2E10ACBA-FC64-4388-97D7-57DA28D0E80C}"/>
              </a:ext>
            </a:extLst>
          </p:cNvPr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4" name="badge-C11">
            <a:extLst>
              <a:ext uri="{FF2B5EF4-FFF2-40B4-BE49-F238E27FC236}">
                <a16:creationId xmlns:a16="http://schemas.microsoft.com/office/drawing/2014/main" id="{8D5B6546-B13A-4DEB-86DF-E32DF7E51B62}"/>
              </a:ext>
            </a:extLst>
          </p:cNvPr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5" name="lvds-rx">
            <a:extLst>
              <a:ext uri="{FF2B5EF4-FFF2-40B4-BE49-F238E27FC236}">
                <a16:creationId xmlns:a16="http://schemas.microsoft.com/office/drawing/2014/main" id="{203C1A37-EC2B-44C7-B974-8AFF61EC4398}"/>
              </a:ext>
            </a:extLst>
          </p:cNvPr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6" name="rx-cdc">
            <a:extLst>
              <a:ext uri="{FF2B5EF4-FFF2-40B4-BE49-F238E27FC236}">
                <a16:creationId xmlns:a16="http://schemas.microsoft.com/office/drawing/2014/main" id="{21DEFF18-F91B-4155-8314-4FC137B665E2}"/>
              </a:ext>
            </a:extLst>
          </p:cNvPr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7" name="isp">
            <a:extLst>
              <a:ext uri="{FF2B5EF4-FFF2-40B4-BE49-F238E27FC236}">
                <a16:creationId xmlns:a16="http://schemas.microsoft.com/office/drawing/2014/main" id="{F9C9A849-C7F6-4F19-A35E-A870F9CE755C}"/>
              </a:ext>
            </a:extLst>
          </p:cNvPr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8" name="frame-select">
            <a:extLst>
              <a:ext uri="{FF2B5EF4-FFF2-40B4-BE49-F238E27FC236}">
                <a16:creationId xmlns:a16="http://schemas.microsoft.com/office/drawing/2014/main" id="{5A345CD0-BA3D-47D0-96EA-7BCA876BA523}"/>
              </a:ext>
            </a:extLst>
          </p:cNvPr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frame-dma">
            <a:extLst>
              <a:ext uri="{FF2B5EF4-FFF2-40B4-BE49-F238E27FC236}">
                <a16:creationId xmlns:a16="http://schemas.microsoft.com/office/drawing/2014/main" id="{A023E55A-BC73-47A7-9294-4F1AD48A59C8}"/>
              </a:ext>
            </a:extLst>
          </p:cNvPr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0" name="badge-C4">
            <a:extLst>
              <a:ext uri="{FF2B5EF4-FFF2-40B4-BE49-F238E27FC236}">
                <a16:creationId xmlns:a16="http://schemas.microsoft.com/office/drawing/2014/main" id="{25FA7870-E306-47D0-9C1A-03D202469DF7}"/>
              </a:ext>
            </a:extLst>
          </p:cNvPr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badge-C9">
            <a:extLst>
              <a:ext uri="{FF2B5EF4-FFF2-40B4-BE49-F238E27FC236}">
                <a16:creationId xmlns:a16="http://schemas.microsoft.com/office/drawing/2014/main" id="{6B1D5C7A-639D-487E-BF2B-ED312ADCD9D8}"/>
              </a:ext>
            </a:extLst>
          </p:cNvPr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2" name="badge-C6">
            <a:extLst>
              <a:ext uri="{FF2B5EF4-FFF2-40B4-BE49-F238E27FC236}">
                <a16:creationId xmlns:a16="http://schemas.microsoft.com/office/drawing/2014/main" id="{F9BE01EB-42FD-47D2-BB0A-94261F1803CA}"/>
              </a:ext>
            </a:extLst>
          </p:cNvPr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axi-crossbar">
            <a:extLst>
              <a:ext uri="{FF2B5EF4-FFF2-40B4-BE49-F238E27FC236}">
                <a16:creationId xmlns:a16="http://schemas.microsoft.com/office/drawing/2014/main" id="{81EB5403-11CD-433A-A7CA-158064510EA3}"/>
              </a:ext>
            </a:extLst>
          </p:cNvPr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4" name="xbar-in-S0">
            <a:extLst>
              <a:ext uri="{FF2B5EF4-FFF2-40B4-BE49-F238E27FC236}">
                <a16:creationId xmlns:a16="http://schemas.microsoft.com/office/drawing/2014/main" id="{E438D4D9-596D-4AA1-AD1D-B984E6910937}"/>
              </a:ext>
            </a:extLst>
          </p:cNvPr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5" name="xbar-in-S1">
            <a:extLst>
              <a:ext uri="{FF2B5EF4-FFF2-40B4-BE49-F238E27FC236}">
                <a16:creationId xmlns:a16="http://schemas.microsoft.com/office/drawing/2014/main" id="{03D024CF-54D5-4082-B4FA-06A14D0CEB68}"/>
              </a:ext>
            </a:extLst>
          </p:cNvPr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6" name="xbar-in-S2">
            <a:extLst>
              <a:ext uri="{FF2B5EF4-FFF2-40B4-BE49-F238E27FC236}">
                <a16:creationId xmlns:a16="http://schemas.microsoft.com/office/drawing/2014/main" id="{F89B9853-86FF-4342-BA38-9D3656AEE0CC}"/>
              </a:ext>
            </a:extLst>
          </p:cNvPr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7" name="xbar-in-S3">
            <a:extLst>
              <a:ext uri="{FF2B5EF4-FFF2-40B4-BE49-F238E27FC236}">
                <a16:creationId xmlns:a16="http://schemas.microsoft.com/office/drawing/2014/main" id="{8551E4FD-43B3-4DF5-A7A9-6C8017098AB2}"/>
              </a:ext>
            </a:extLst>
          </p:cNvPr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8" name="xbar-in-S4">
            <a:extLst>
              <a:ext uri="{FF2B5EF4-FFF2-40B4-BE49-F238E27FC236}">
                <a16:creationId xmlns:a16="http://schemas.microsoft.com/office/drawing/2014/main" id="{95D81770-112C-487B-96F4-C267D1DE8F78}"/>
              </a:ext>
            </a:extLst>
          </p:cNvPr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9" name="xbar-in-S5">
            <a:extLst>
              <a:ext uri="{FF2B5EF4-FFF2-40B4-BE49-F238E27FC236}">
                <a16:creationId xmlns:a16="http://schemas.microsoft.com/office/drawing/2014/main" id="{972F48EA-8CC1-400D-AFB2-C9CE4AA47F2A}"/>
              </a:ext>
            </a:extLst>
          </p:cNvPr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0" name="xbar-in-S6">
            <a:extLst>
              <a:ext uri="{FF2B5EF4-FFF2-40B4-BE49-F238E27FC236}">
                <a16:creationId xmlns:a16="http://schemas.microsoft.com/office/drawing/2014/main" id="{D3003348-58CE-409D-974F-489085528DAA}"/>
              </a:ext>
            </a:extLst>
          </p:cNvPr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1" name="xbar-in-S7">
            <a:extLst>
              <a:ext uri="{FF2B5EF4-FFF2-40B4-BE49-F238E27FC236}">
                <a16:creationId xmlns:a16="http://schemas.microsoft.com/office/drawing/2014/main" id="{954BD860-51E1-4649-A11D-C7359966D48D}"/>
              </a:ext>
            </a:extLst>
          </p:cNvPr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2" name="xbar-in-S_EXT">
            <a:extLst>
              <a:ext uri="{FF2B5EF4-FFF2-40B4-BE49-F238E27FC236}">
                <a16:creationId xmlns:a16="http://schemas.microsoft.com/office/drawing/2014/main" id="{8B1E83EB-6E05-4BAE-95A6-2A4A4150B311}"/>
              </a:ext>
            </a:extLst>
          </p:cNvPr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3" name="debug-sba">
            <a:extLst>
              <a:ext uri="{FF2B5EF4-FFF2-40B4-BE49-F238E27FC236}">
                <a16:creationId xmlns:a16="http://schemas.microsoft.com/office/drawing/2014/main" id="{1254ED4F-85C9-47CD-9A18-DE927FCE615C}"/>
              </a:ext>
            </a:extLst>
          </p:cNvPr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4" name="idma-master">
            <a:extLst>
              <a:ext uri="{FF2B5EF4-FFF2-40B4-BE49-F238E27FC236}">
                <a16:creationId xmlns:a16="http://schemas.microsoft.com/office/drawing/2014/main" id="{25193B6C-7D15-4C16-B394-6B8D7F09F9DD}"/>
              </a:ext>
            </a:extLst>
          </p:cNvPr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slink-rx">
            <a:extLst>
              <a:ext uri="{FF2B5EF4-FFF2-40B4-BE49-F238E27FC236}">
                <a16:creationId xmlns:a16="http://schemas.microsoft.com/office/drawing/2014/main" id="{FD005FE1-B0AE-4AF9-BEE3-5C111BE01819}"/>
              </a:ext>
            </a:extLst>
          </p:cNvPr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6" name="vga">
            <a:extLst>
              <a:ext uri="{FF2B5EF4-FFF2-40B4-BE49-F238E27FC236}">
                <a16:creationId xmlns:a16="http://schemas.microsoft.com/office/drawing/2014/main" id="{A343703B-788C-43AB-BDB0-F073007C5CBD}"/>
              </a:ext>
            </a:extLst>
          </p:cNvPr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usb-dma">
            <a:extLst>
              <a:ext uri="{FF2B5EF4-FFF2-40B4-BE49-F238E27FC236}">
                <a16:creationId xmlns:a16="http://schemas.microsoft.com/office/drawing/2014/main" id="{448DC2CC-BBFD-4425-85FF-526190B9FB93}"/>
              </a:ext>
            </a:extLst>
          </p:cNvPr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8" name="emmc-host">
            <a:extLst>
              <a:ext uri="{FF2B5EF4-FFF2-40B4-BE49-F238E27FC236}">
                <a16:creationId xmlns:a16="http://schemas.microsoft.com/office/drawing/2014/main" id="{51E284A5-3E89-4EB6-9678-A80A83DCED26}"/>
              </a:ext>
            </a:extLst>
          </p:cNvPr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9" name="ext-master">
            <a:extLst>
              <a:ext uri="{FF2B5EF4-FFF2-40B4-BE49-F238E27FC236}">
                <a16:creationId xmlns:a16="http://schemas.microsoft.com/office/drawing/2014/main" id="{588F7353-BEE2-4AEE-88A2-B4D3EEB8434B}"/>
              </a:ext>
            </a:extLst>
          </p:cNvPr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0" name="badge-C13">
            <a:extLst>
              <a:ext uri="{FF2B5EF4-FFF2-40B4-BE49-F238E27FC236}">
                <a16:creationId xmlns:a16="http://schemas.microsoft.com/office/drawing/2014/main" id="{C14893E2-6D2E-4FC0-8E9D-2131EE0B71B2}"/>
              </a:ext>
            </a:extLst>
          </p:cNvPr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1" name="xbar-out-M0">
            <a:extLst>
              <a:ext uri="{FF2B5EF4-FFF2-40B4-BE49-F238E27FC236}">
                <a16:creationId xmlns:a16="http://schemas.microsoft.com/office/drawing/2014/main" id="{E239573A-C775-4847-9A0A-163276DBD18D}"/>
              </a:ext>
            </a:extLst>
          </p:cNvPr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2" name="debug-target">
            <a:extLst>
              <a:ext uri="{FF2B5EF4-FFF2-40B4-BE49-F238E27FC236}">
                <a16:creationId xmlns:a16="http://schemas.microsoft.com/office/drawing/2014/main" id="{E301B098-CF55-4EF7-9CD8-194A4D579F6A}"/>
              </a:ext>
            </a:extLst>
          </p:cNvPr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3" name="xbar-out-M1">
            <a:extLst>
              <a:ext uri="{FF2B5EF4-FFF2-40B4-BE49-F238E27FC236}">
                <a16:creationId xmlns:a16="http://schemas.microsoft.com/office/drawing/2014/main" id="{BEF5D03F-94CF-4B38-8B77-E917DFAC48A3}"/>
              </a:ext>
            </a:extLst>
          </p:cNvPr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4" name="reg-bridge">
            <a:extLst>
              <a:ext uri="{FF2B5EF4-FFF2-40B4-BE49-F238E27FC236}">
                <a16:creationId xmlns:a16="http://schemas.microsoft.com/office/drawing/2014/main" id="{B6F3730C-7231-4664-B740-1C573012988A}"/>
              </a:ext>
            </a:extLst>
          </p:cNvPr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5" name="xbar-out-M2">
            <a:extLst>
              <a:ext uri="{FF2B5EF4-FFF2-40B4-BE49-F238E27FC236}">
                <a16:creationId xmlns:a16="http://schemas.microsoft.com/office/drawing/2014/main" id="{6D7875D0-C24B-4A06-8500-8F8CD59F11A3}"/>
              </a:ext>
            </a:extLst>
          </p:cNvPr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6" name="memory-target">
            <a:extLst>
              <a:ext uri="{FF2B5EF4-FFF2-40B4-BE49-F238E27FC236}">
                <a16:creationId xmlns:a16="http://schemas.microsoft.com/office/drawing/2014/main" id="{5CB77BBC-F5DE-486E-8694-8AB392E779FA}"/>
              </a:ext>
            </a:extLst>
          </p:cNvPr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7" name="atomics">
            <a:extLst>
              <a:ext uri="{FF2B5EF4-FFF2-40B4-BE49-F238E27FC236}">
                <a16:creationId xmlns:a16="http://schemas.microsoft.com/office/drawing/2014/main" id="{357EA49B-E397-4807-A7EE-4815A4917148}"/>
              </a:ext>
            </a:extLst>
          </p:cNvPr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8" name="llc-spm">
            <a:extLst>
              <a:ext uri="{FF2B5EF4-FFF2-40B4-BE49-F238E27FC236}">
                <a16:creationId xmlns:a16="http://schemas.microsoft.com/office/drawing/2014/main" id="{9D6279A5-D330-4AF2-A06F-DC89D6727CE2}"/>
              </a:ext>
            </a:extLst>
          </p:cNvPr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xbar-out-M3">
            <a:extLst>
              <a:ext uri="{FF2B5EF4-FFF2-40B4-BE49-F238E27FC236}">
                <a16:creationId xmlns:a16="http://schemas.microsoft.com/office/drawing/2014/main" id="{08550FC8-51FA-4139-870B-BF073FD6FC9B}"/>
              </a:ext>
            </a:extLst>
          </p:cNvPr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0" name="idma-config">
            <a:extLst>
              <a:ext uri="{FF2B5EF4-FFF2-40B4-BE49-F238E27FC236}">
                <a16:creationId xmlns:a16="http://schemas.microsoft.com/office/drawing/2014/main" id="{5EC0B10C-40C4-45BD-B572-14891E1D463E}"/>
              </a:ext>
            </a:extLst>
          </p:cNvPr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1" name="xbar-out-M4">
            <a:extLst>
              <a:ext uri="{FF2B5EF4-FFF2-40B4-BE49-F238E27FC236}">
                <a16:creationId xmlns:a16="http://schemas.microsoft.com/office/drawing/2014/main" id="{3CC24F82-85C9-44CE-82E5-9BA4A6896833}"/>
              </a:ext>
            </a:extLst>
          </p:cNvPr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slink-tx">
            <a:extLst>
              <a:ext uri="{FF2B5EF4-FFF2-40B4-BE49-F238E27FC236}">
                <a16:creationId xmlns:a16="http://schemas.microsoft.com/office/drawing/2014/main" id="{6DBCC8F3-925D-4AAE-9A14-AFCB69963267}"/>
              </a:ext>
            </a:extLst>
          </p:cNvPr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xbar-out-M5">
            <a:extLst>
              <a:ext uri="{FF2B5EF4-FFF2-40B4-BE49-F238E27FC236}">
                <a16:creationId xmlns:a16="http://schemas.microsoft.com/office/drawing/2014/main" id="{53238136-5BE7-4A94-BBC0-6D92104395DC}"/>
              </a:ext>
            </a:extLst>
          </p:cNvPr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4" name="gb-interface">
            <a:extLst>
              <a:ext uri="{FF2B5EF4-FFF2-40B4-BE49-F238E27FC236}">
                <a16:creationId xmlns:a16="http://schemas.microsoft.com/office/drawing/2014/main" id="{8E9E2D58-C948-4B1D-B7A6-8EADEB854A82}"/>
              </a:ext>
            </a:extLst>
          </p:cNvPr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5" name="xbar-out-M_EXT">
            <a:extLst>
              <a:ext uri="{FF2B5EF4-FFF2-40B4-BE49-F238E27FC236}">
                <a16:creationId xmlns:a16="http://schemas.microsoft.com/office/drawing/2014/main" id="{527ABF7E-A2D9-4EA7-88BB-99FC2FD26526}"/>
              </a:ext>
            </a:extLst>
          </p:cNvPr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6" name="ext-target">
            <a:extLst>
              <a:ext uri="{FF2B5EF4-FFF2-40B4-BE49-F238E27FC236}">
                <a16:creationId xmlns:a16="http://schemas.microsoft.com/office/drawing/2014/main" id="{F7B3C806-76BE-4804-AE08-ED5FA9BCBF0E}"/>
              </a:ext>
            </a:extLst>
          </p:cNvPr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7" name="emmc-device">
            <a:extLst>
              <a:ext uri="{FF2B5EF4-FFF2-40B4-BE49-F238E27FC236}">
                <a16:creationId xmlns:a16="http://schemas.microsoft.com/office/drawing/2014/main" id="{F03B8FA2-C8F0-4530-B523-AED1A3FE2A8A}"/>
              </a:ext>
            </a:extLst>
          </p:cNvPr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8" name="regbus">
            <a:extLst>
              <a:ext uri="{FF2B5EF4-FFF2-40B4-BE49-F238E27FC236}">
                <a16:creationId xmlns:a16="http://schemas.microsoft.com/office/drawing/2014/main" id="{ED7C070A-C2B4-4EBB-A76C-63F465470E60}"/>
              </a:ext>
            </a:extLst>
          </p:cNvPr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bootrom">
            <a:extLst>
              <a:ext uri="{FF2B5EF4-FFF2-40B4-BE49-F238E27FC236}">
                <a16:creationId xmlns:a16="http://schemas.microsoft.com/office/drawing/2014/main" id="{3A661560-C647-4EA9-AFF0-6349E3FB477D}"/>
              </a:ext>
            </a:extLst>
          </p:cNvPr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0" name="uart">
            <a:extLst>
              <a:ext uri="{FF2B5EF4-FFF2-40B4-BE49-F238E27FC236}">
                <a16:creationId xmlns:a16="http://schemas.microsoft.com/office/drawing/2014/main" id="{C02FC153-1FF9-4638-86A6-92E78ECD9AE9}"/>
              </a:ext>
            </a:extLst>
          </p:cNvPr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1" name="vga-regs">
            <a:extLst>
              <a:ext uri="{FF2B5EF4-FFF2-40B4-BE49-F238E27FC236}">
                <a16:creationId xmlns:a16="http://schemas.microsoft.com/office/drawing/2014/main" id="{FAF6E21B-FFCE-47B8-9F11-7F8320574AD4}"/>
              </a:ext>
            </a:extLst>
          </p:cNvPr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2" name="irq-router">
            <a:extLst>
              <a:ext uri="{FF2B5EF4-FFF2-40B4-BE49-F238E27FC236}">
                <a16:creationId xmlns:a16="http://schemas.microsoft.com/office/drawing/2014/main" id="{27E0F350-9E91-4EAA-920B-5588FC3D5553}"/>
              </a:ext>
            </a:extLst>
          </p:cNvPr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3" name="clint">
            <a:extLst>
              <a:ext uri="{FF2B5EF4-FFF2-40B4-BE49-F238E27FC236}">
                <a16:creationId xmlns:a16="http://schemas.microsoft.com/office/drawing/2014/main" id="{386FF906-00BF-4E88-9E05-ACF49FE133A9}"/>
              </a:ext>
            </a:extLst>
          </p:cNvPr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i2c">
            <a:extLst>
              <a:ext uri="{FF2B5EF4-FFF2-40B4-BE49-F238E27FC236}">
                <a16:creationId xmlns:a16="http://schemas.microsoft.com/office/drawing/2014/main" id="{528C3EB4-C68F-407F-AC60-B79F7D187E36}"/>
              </a:ext>
            </a:extLst>
          </p:cNvPr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5" name="usb-regs">
            <a:extLst>
              <a:ext uri="{FF2B5EF4-FFF2-40B4-BE49-F238E27FC236}">
                <a16:creationId xmlns:a16="http://schemas.microsoft.com/office/drawing/2014/main" id="{95184198-6421-4F7C-9767-271B96DECB3D}"/>
              </a:ext>
            </a:extLst>
          </p:cNvPr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6" name="axi-rt-config">
            <a:extLst>
              <a:ext uri="{FF2B5EF4-FFF2-40B4-BE49-F238E27FC236}">
                <a16:creationId xmlns:a16="http://schemas.microsoft.com/office/drawing/2014/main" id="{72CC4D63-8181-4E15-8D50-71DF90E1AC1A}"/>
              </a:ext>
            </a:extLst>
          </p:cNvPr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7" name="soc-regs">
            <a:extLst>
              <a:ext uri="{FF2B5EF4-FFF2-40B4-BE49-F238E27FC236}">
                <a16:creationId xmlns:a16="http://schemas.microsoft.com/office/drawing/2014/main" id="{099CB282-8DBD-4757-80C8-265CCD45AA8E}"/>
              </a:ext>
            </a:extLst>
          </p:cNvPr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8" name="spi">
            <a:extLst>
              <a:ext uri="{FF2B5EF4-FFF2-40B4-BE49-F238E27FC236}">
                <a16:creationId xmlns:a16="http://schemas.microsoft.com/office/drawing/2014/main" id="{948DAC36-79C1-4A80-A916-1755259B7E3A}"/>
              </a:ext>
            </a:extLst>
          </p:cNvPr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9" name="err-vga">
            <a:extLst>
              <a:ext uri="{FF2B5EF4-FFF2-40B4-BE49-F238E27FC236}">
                <a16:creationId xmlns:a16="http://schemas.microsoft.com/office/drawing/2014/main" id="{A3E4304C-AE79-49EA-8B17-1BD079BD2C04}"/>
              </a:ext>
            </a:extLst>
          </p:cNvPr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0" name="clic">
            <a:extLst>
              <a:ext uri="{FF2B5EF4-FFF2-40B4-BE49-F238E27FC236}">
                <a16:creationId xmlns:a16="http://schemas.microsoft.com/office/drawing/2014/main" id="{00675C3C-5339-4AEA-B5F1-726DBC8B758F}"/>
              </a:ext>
            </a:extLst>
          </p:cNvPr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1" name="plic">
            <a:extLst>
              <a:ext uri="{FF2B5EF4-FFF2-40B4-BE49-F238E27FC236}">
                <a16:creationId xmlns:a16="http://schemas.microsoft.com/office/drawing/2014/main" id="{4D494E95-C53A-4759-893D-963E37BB4E0F}"/>
              </a:ext>
            </a:extLst>
          </p:cNvPr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2" name="gpio">
            <a:extLst>
              <a:ext uri="{FF2B5EF4-FFF2-40B4-BE49-F238E27FC236}">
                <a16:creationId xmlns:a16="http://schemas.microsoft.com/office/drawing/2014/main" id="{63B6134C-10A2-49D8-B4F6-2B69BDD3D48A}"/>
              </a:ext>
            </a:extLst>
          </p:cNvPr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3" name="err-dma">
            <a:extLst>
              <a:ext uri="{FF2B5EF4-FFF2-40B4-BE49-F238E27FC236}">
                <a16:creationId xmlns:a16="http://schemas.microsoft.com/office/drawing/2014/main" id="{E0A09C2B-C9F4-48FA-8A68-694601E3C3DF}"/>
              </a:ext>
            </a:extLst>
          </p:cNvPr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reg-error">
            <a:extLst>
              <a:ext uri="{FF2B5EF4-FFF2-40B4-BE49-F238E27FC236}">
                <a16:creationId xmlns:a16="http://schemas.microsoft.com/office/drawing/2014/main" id="{C651197F-3246-463D-80C9-FA4008DD3C6C}"/>
              </a:ext>
            </a:extLst>
          </p:cNvPr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5" name="llc-regs">
            <a:extLst>
              <a:ext uri="{FF2B5EF4-FFF2-40B4-BE49-F238E27FC236}">
                <a16:creationId xmlns:a16="http://schemas.microsoft.com/office/drawing/2014/main" id="{ACDF849E-2458-4ABC-AEF3-D956ADBA391D}"/>
              </a:ext>
            </a:extLst>
          </p:cNvPr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slink-regs">
            <a:extLst>
              <a:ext uri="{FF2B5EF4-FFF2-40B4-BE49-F238E27FC236}">
                <a16:creationId xmlns:a16="http://schemas.microsoft.com/office/drawing/2014/main" id="{A75E8DB3-047E-4D6D-A0A2-3C89EF901742}"/>
              </a:ext>
            </a:extLst>
          </p:cNvPr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7" name="err-cpu">
            <a:extLst>
              <a:ext uri="{FF2B5EF4-FFF2-40B4-BE49-F238E27FC236}">
                <a16:creationId xmlns:a16="http://schemas.microsoft.com/office/drawing/2014/main" id="{00BEDD7A-74B0-47E7-8067-097DAB9260C7}"/>
              </a:ext>
            </a:extLst>
          </p:cNvPr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reg-ext">
            <a:extLst>
              <a:ext uri="{FF2B5EF4-FFF2-40B4-BE49-F238E27FC236}">
                <a16:creationId xmlns:a16="http://schemas.microsoft.com/office/drawing/2014/main" id="{770722F8-9EA5-4AEF-9C16-51779B11A554}"/>
              </a:ext>
            </a:extLst>
          </p:cNvPr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9" name="ddr-S0">
            <a:extLst>
              <a:ext uri="{FF2B5EF4-FFF2-40B4-BE49-F238E27FC236}">
                <a16:creationId xmlns:a16="http://schemas.microsoft.com/office/drawing/2014/main" id="{56DE3C6E-CEC6-49FF-B65A-9062DFE72491}"/>
              </a:ext>
            </a:extLst>
          </p:cNvPr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0" name="ddr-S1">
            <a:extLst>
              <a:ext uri="{FF2B5EF4-FFF2-40B4-BE49-F238E27FC236}">
                <a16:creationId xmlns:a16="http://schemas.microsoft.com/office/drawing/2014/main" id="{7A81E899-C62A-4C9C-9AC7-5D99D7818852}"/>
              </a:ext>
            </a:extLst>
          </p:cNvPr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1" name="ddr-S2">
            <a:extLst>
              <a:ext uri="{FF2B5EF4-FFF2-40B4-BE49-F238E27FC236}">
                <a16:creationId xmlns:a16="http://schemas.microsoft.com/office/drawing/2014/main" id="{8AB9A2ED-C8A7-43A8-9AE0-596573F2583A}"/>
              </a:ext>
            </a:extLst>
          </p:cNvPr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2" name="ddr-S3">
            <a:extLst>
              <a:ext uri="{FF2B5EF4-FFF2-40B4-BE49-F238E27FC236}">
                <a16:creationId xmlns:a16="http://schemas.microsoft.com/office/drawing/2014/main" id="{41AA4B67-EAFD-4D0D-926F-8EFB9C2BB4BB}"/>
              </a:ext>
            </a:extLst>
          </p:cNvPr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3" name="ddr-arb">
            <a:extLst>
              <a:ext uri="{FF2B5EF4-FFF2-40B4-BE49-F238E27FC236}">
                <a16:creationId xmlns:a16="http://schemas.microsoft.com/office/drawing/2014/main" id="{5E059270-529A-4B35-86E4-612254DAFF6A}"/>
              </a:ext>
            </a:extLst>
          </p:cNvPr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4" name="ddr-rw">
            <a:extLst>
              <a:ext uri="{FF2B5EF4-FFF2-40B4-BE49-F238E27FC236}">
                <a16:creationId xmlns:a16="http://schemas.microsoft.com/office/drawing/2014/main" id="{C38D59D9-226E-4515-8B5C-E45AD84AF9F6}"/>
              </a:ext>
            </a:extLst>
          </p:cNvPr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5" name="ddr-command">
            <a:extLst>
              <a:ext uri="{FF2B5EF4-FFF2-40B4-BE49-F238E27FC236}">
                <a16:creationId xmlns:a16="http://schemas.microsoft.com/office/drawing/2014/main" id="{0B1C5ECB-A88C-451D-9E95-90C18CF5998D}"/>
              </a:ext>
            </a:extLst>
          </p:cNvPr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6" name="badge-C2">
            <a:extLst>
              <a:ext uri="{FF2B5EF4-FFF2-40B4-BE49-F238E27FC236}">
                <a16:creationId xmlns:a16="http://schemas.microsoft.com/office/drawing/2014/main" id="{9B24ED70-B508-4978-A005-0B0B4F91894A}"/>
              </a:ext>
            </a:extLst>
          </p:cNvPr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7" name="ddr-phy">
            <a:extLst>
              <a:ext uri="{FF2B5EF4-FFF2-40B4-BE49-F238E27FC236}">
                <a16:creationId xmlns:a16="http://schemas.microsoft.com/office/drawing/2014/main" id="{BF1E2773-7067-492C-90D2-1FAA037117FF}"/>
              </a:ext>
            </a:extLst>
          </p:cNvPr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8" name="badge-C3">
            <a:extLst>
              <a:ext uri="{FF2B5EF4-FFF2-40B4-BE49-F238E27FC236}">
                <a16:creationId xmlns:a16="http://schemas.microsoft.com/office/drawing/2014/main" id="{46FF092E-5D0D-4584-8DEE-91E71ADD6BE3}"/>
              </a:ext>
            </a:extLst>
          </p:cNvPr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9" name="ddr-device">
            <a:extLst>
              <a:ext uri="{FF2B5EF4-FFF2-40B4-BE49-F238E27FC236}">
                <a16:creationId xmlns:a16="http://schemas.microsoft.com/office/drawing/2014/main" id="{8A89EBA8-567A-4C7C-84E1-20979BBB328D}"/>
              </a:ext>
            </a:extLst>
          </p:cNvPr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0" name="pll">
            <a:extLst>
              <a:ext uri="{FF2B5EF4-FFF2-40B4-BE49-F238E27FC236}">
                <a16:creationId xmlns:a16="http://schemas.microsoft.com/office/drawing/2014/main" id="{8D8685E1-B9DC-4903-94A5-284F1A37A78F}"/>
              </a:ext>
            </a:extLst>
          </p:cNvPr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1" name="badge-C1">
            <a:extLst>
              <a:ext uri="{FF2B5EF4-FFF2-40B4-BE49-F238E27FC236}">
                <a16:creationId xmlns:a16="http://schemas.microsoft.com/office/drawing/2014/main" id="{ECD16A30-E0B0-496F-9E96-28D93F7D7B19}"/>
              </a:ext>
            </a:extLst>
          </p:cNvPr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2" name="config-C1">
            <a:extLst>
              <a:ext uri="{FF2B5EF4-FFF2-40B4-BE49-F238E27FC236}">
                <a16:creationId xmlns:a16="http://schemas.microsoft.com/office/drawing/2014/main" id="{F090F14F-3BD1-4B82-99D5-6D1B5253A3D7}"/>
              </a:ext>
            </a:extLst>
          </p:cNvPr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3" name="reg-badge-C1">
            <a:extLst>
              <a:ext uri="{FF2B5EF4-FFF2-40B4-BE49-F238E27FC236}">
                <a16:creationId xmlns:a16="http://schemas.microsoft.com/office/drawing/2014/main" id="{448946FA-C7CA-400D-9FB2-D8EC2E18FD81}"/>
              </a:ext>
            </a:extLst>
          </p:cNvPr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4" name="config-C2">
            <a:extLst>
              <a:ext uri="{FF2B5EF4-FFF2-40B4-BE49-F238E27FC236}">
                <a16:creationId xmlns:a16="http://schemas.microsoft.com/office/drawing/2014/main" id="{067127E5-659F-4579-B950-D3C22CFEB5B9}"/>
              </a:ext>
            </a:extLst>
          </p:cNvPr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5" name="reg-badge-C2">
            <a:extLst>
              <a:ext uri="{FF2B5EF4-FFF2-40B4-BE49-F238E27FC236}">
                <a16:creationId xmlns:a16="http://schemas.microsoft.com/office/drawing/2014/main" id="{D46FA0B9-75C4-4419-8A51-7C10C2F052D8}"/>
              </a:ext>
            </a:extLst>
          </p:cNvPr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6" name="config-C3">
            <a:extLst>
              <a:ext uri="{FF2B5EF4-FFF2-40B4-BE49-F238E27FC236}">
                <a16:creationId xmlns:a16="http://schemas.microsoft.com/office/drawing/2014/main" id="{E98209E6-40C3-4552-AF21-F41DBEFA983F}"/>
              </a:ext>
            </a:extLst>
          </p:cNvPr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7" name="reg-badge-C3">
            <a:extLst>
              <a:ext uri="{FF2B5EF4-FFF2-40B4-BE49-F238E27FC236}">
                <a16:creationId xmlns:a16="http://schemas.microsoft.com/office/drawing/2014/main" id="{7265EDD6-7151-420E-87A1-5091D4583110}"/>
              </a:ext>
            </a:extLst>
          </p:cNvPr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8" name="config-C4">
            <a:extLst>
              <a:ext uri="{FF2B5EF4-FFF2-40B4-BE49-F238E27FC236}">
                <a16:creationId xmlns:a16="http://schemas.microsoft.com/office/drawing/2014/main" id="{D6AF4C67-383B-4528-8222-3873E3D7E357}"/>
              </a:ext>
            </a:extLst>
          </p:cNvPr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9" name="reg-badge-C4">
            <a:extLst>
              <a:ext uri="{FF2B5EF4-FFF2-40B4-BE49-F238E27FC236}">
                <a16:creationId xmlns:a16="http://schemas.microsoft.com/office/drawing/2014/main" id="{38FF1A4A-79A6-4C78-9FB9-D692CBFEFDD8}"/>
              </a:ext>
            </a:extLst>
          </p:cNvPr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0" name="config-C9">
            <a:extLst>
              <a:ext uri="{FF2B5EF4-FFF2-40B4-BE49-F238E27FC236}">
                <a16:creationId xmlns:a16="http://schemas.microsoft.com/office/drawing/2014/main" id="{A34C5114-382F-44A6-B4F0-26EBE6D37FB9}"/>
              </a:ext>
            </a:extLst>
          </p:cNvPr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1" name="reg-badge-C9">
            <a:extLst>
              <a:ext uri="{FF2B5EF4-FFF2-40B4-BE49-F238E27FC236}">
                <a16:creationId xmlns:a16="http://schemas.microsoft.com/office/drawing/2014/main" id="{A59EDC76-0D51-46D9-88E9-E27127967D17}"/>
              </a:ext>
            </a:extLst>
          </p:cNvPr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2" name="config-C10">
            <a:extLst>
              <a:ext uri="{FF2B5EF4-FFF2-40B4-BE49-F238E27FC236}">
                <a16:creationId xmlns:a16="http://schemas.microsoft.com/office/drawing/2014/main" id="{4FF1F2CB-6E40-4C72-B37B-9AE588165315}"/>
              </a:ext>
            </a:extLst>
          </p:cNvPr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3" name="reg-badge-C10">
            <a:extLst>
              <a:ext uri="{FF2B5EF4-FFF2-40B4-BE49-F238E27FC236}">
                <a16:creationId xmlns:a16="http://schemas.microsoft.com/office/drawing/2014/main" id="{D28C0688-9C9C-474A-BE89-626A3630F32E}"/>
              </a:ext>
            </a:extLst>
          </p:cNvPr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4" name="config-C11">
            <a:extLst>
              <a:ext uri="{FF2B5EF4-FFF2-40B4-BE49-F238E27FC236}">
                <a16:creationId xmlns:a16="http://schemas.microsoft.com/office/drawing/2014/main" id="{F5F4C9BD-C6C8-4BE6-86D9-1C1D5620CA62}"/>
              </a:ext>
            </a:extLst>
          </p:cNvPr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5" name="reg-badge-C11">
            <a:extLst>
              <a:ext uri="{FF2B5EF4-FFF2-40B4-BE49-F238E27FC236}">
                <a16:creationId xmlns:a16="http://schemas.microsoft.com/office/drawing/2014/main" id="{841A928D-ACEA-4CD9-81A6-DCFCF1831450}"/>
              </a:ext>
            </a:extLst>
          </p:cNvPr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6" name="config-C6">
            <a:extLst>
              <a:ext uri="{FF2B5EF4-FFF2-40B4-BE49-F238E27FC236}">
                <a16:creationId xmlns:a16="http://schemas.microsoft.com/office/drawing/2014/main" id="{202DB8E5-FB34-4EB7-903B-4CE58F25879D}"/>
              </a:ext>
            </a:extLst>
          </p:cNvPr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7" name="reg-badge-C6">
            <a:extLst>
              <a:ext uri="{FF2B5EF4-FFF2-40B4-BE49-F238E27FC236}">
                <a16:creationId xmlns:a16="http://schemas.microsoft.com/office/drawing/2014/main" id="{B4309233-752C-41CC-85F7-69A6C023DFF9}"/>
              </a:ext>
            </a:extLst>
          </p:cNvPr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8" name="config-C12">
            <a:extLst>
              <a:ext uri="{FF2B5EF4-FFF2-40B4-BE49-F238E27FC236}">
                <a16:creationId xmlns:a16="http://schemas.microsoft.com/office/drawing/2014/main" id="{1143F266-925F-44F1-881B-EFFF15FC1BC6}"/>
              </a:ext>
            </a:extLst>
          </p:cNvPr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9" name="reg-badge-C12">
            <a:extLst>
              <a:ext uri="{FF2B5EF4-FFF2-40B4-BE49-F238E27FC236}">
                <a16:creationId xmlns:a16="http://schemas.microsoft.com/office/drawing/2014/main" id="{F2891EA8-BC59-4BFE-8AF6-2AF69C860C58}"/>
              </a:ext>
            </a:extLst>
          </p:cNvPr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0" name="config-C13">
            <a:extLst>
              <a:ext uri="{FF2B5EF4-FFF2-40B4-BE49-F238E27FC236}">
                <a16:creationId xmlns:a16="http://schemas.microsoft.com/office/drawing/2014/main" id="{08FC5EB0-6F0C-4CD9-BBF6-0650ED16D05C}"/>
              </a:ext>
            </a:extLst>
          </p:cNvPr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1" name="reg-badge-C13">
            <a:extLst>
              <a:ext uri="{FF2B5EF4-FFF2-40B4-BE49-F238E27FC236}">
                <a16:creationId xmlns:a16="http://schemas.microsoft.com/office/drawing/2014/main" id="{B4221B60-0EA7-41DA-92C8-3BD99AF234CA}"/>
              </a:ext>
            </a:extLst>
          </p:cNvPr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2" name="config-C8">
            <a:extLst>
              <a:ext uri="{FF2B5EF4-FFF2-40B4-BE49-F238E27FC236}">
                <a16:creationId xmlns:a16="http://schemas.microsoft.com/office/drawing/2014/main" id="{2B2480D2-56A5-4FA4-99CE-B0248BC34ACA}"/>
              </a:ext>
            </a:extLst>
          </p:cNvPr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3" name="reg-badge-C8">
            <a:extLst>
              <a:ext uri="{FF2B5EF4-FFF2-40B4-BE49-F238E27FC236}">
                <a16:creationId xmlns:a16="http://schemas.microsoft.com/office/drawing/2014/main" id="{8DC6FEC1-D63C-43F9-A463-4DA8195ED03F}"/>
              </a:ext>
            </a:extLst>
          </p:cNvPr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4" name="config-C14">
            <a:extLst>
              <a:ext uri="{FF2B5EF4-FFF2-40B4-BE49-F238E27FC236}">
                <a16:creationId xmlns:a16="http://schemas.microsoft.com/office/drawing/2014/main" id="{2CF79DCF-49CD-4908-A22C-68CB97FF7BE1}"/>
              </a:ext>
            </a:extLst>
          </p:cNvPr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5" name="reg-badge-C14">
            <a:extLst>
              <a:ext uri="{FF2B5EF4-FFF2-40B4-BE49-F238E27FC236}">
                <a16:creationId xmlns:a16="http://schemas.microsoft.com/office/drawing/2014/main" id="{6BE9D3C3-E86A-4205-8631-552200B8FA55}"/>
              </a:ext>
            </a:extLst>
          </p:cNvPr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6" name="config-C7">
            <a:extLst>
              <a:ext uri="{FF2B5EF4-FFF2-40B4-BE49-F238E27FC236}">
                <a16:creationId xmlns:a16="http://schemas.microsoft.com/office/drawing/2014/main" id="{E2C21E65-BC76-4E9F-82E9-53A81B9B2B97}"/>
              </a:ext>
            </a:extLst>
          </p:cNvPr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7" name="reg-badge-C7">
            <a:extLst>
              <a:ext uri="{FF2B5EF4-FFF2-40B4-BE49-F238E27FC236}">
                <a16:creationId xmlns:a16="http://schemas.microsoft.com/office/drawing/2014/main" id="{D0F8EA49-FF1F-47C3-B135-E7C60D19B4B1}"/>
              </a:ext>
            </a:extLst>
          </p:cNvPr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8" name="config-C5">
            <a:extLst>
              <a:ext uri="{FF2B5EF4-FFF2-40B4-BE49-F238E27FC236}">
                <a16:creationId xmlns:a16="http://schemas.microsoft.com/office/drawing/2014/main" id="{1F79AB7C-0732-4B87-B23E-8FCBFEC4CD05}"/>
              </a:ext>
            </a:extLst>
          </p:cNvPr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9" name="reg-badge-C5">
            <a:extLst>
              <a:ext uri="{FF2B5EF4-FFF2-40B4-BE49-F238E27FC236}">
                <a16:creationId xmlns:a16="http://schemas.microsoft.com/office/drawing/2014/main" id="{53331EDC-F398-4716-BF65-4F21F4C204BA}"/>
              </a:ext>
            </a:extLst>
          </p:cNvPr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0" name="config-C15">
            <a:extLst>
              <a:ext uri="{FF2B5EF4-FFF2-40B4-BE49-F238E27FC236}">
                <a16:creationId xmlns:a16="http://schemas.microsoft.com/office/drawing/2014/main" id="{DFCA4951-D80D-47E5-8E3F-1C72AC4B3188}"/>
              </a:ext>
            </a:extLst>
          </p:cNvPr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1" name="reg-badge-C15">
            <a:extLst>
              <a:ext uri="{FF2B5EF4-FFF2-40B4-BE49-F238E27FC236}">
                <a16:creationId xmlns:a16="http://schemas.microsoft.com/office/drawing/2014/main" id="{53F84CD1-EDBA-4CC2-8791-A853B3BB2265}"/>
              </a:ext>
            </a:extLst>
          </p:cNvPr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2" name="config-C16">
            <a:extLst>
              <a:ext uri="{FF2B5EF4-FFF2-40B4-BE49-F238E27FC236}">
                <a16:creationId xmlns:a16="http://schemas.microsoft.com/office/drawing/2014/main" id="{ABD3E4BF-B26E-4DF0-A74E-C238AFC0F9E9}"/>
              </a:ext>
            </a:extLst>
          </p:cNvPr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3" name="reg-badge-C16">
            <a:extLst>
              <a:ext uri="{FF2B5EF4-FFF2-40B4-BE49-F238E27FC236}">
                <a16:creationId xmlns:a16="http://schemas.microsoft.com/office/drawing/2014/main" id="{F83E0552-6DC0-476A-9CBC-408E2F92A54E}"/>
              </a:ext>
            </a:extLst>
          </p:cNvPr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4" name="front-F0">
            <a:extLst>
              <a:ext uri="{FF2B5EF4-FFF2-40B4-BE49-F238E27FC236}">
                <a16:creationId xmlns:a16="http://schemas.microsoft.com/office/drawing/2014/main" id="{8A892228-BE23-4980-8A71-39186DF012BE}"/>
              </a:ext>
            </a:extLst>
          </p:cNvPr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5" name="front-F1">
            <a:extLst>
              <a:ext uri="{FF2B5EF4-FFF2-40B4-BE49-F238E27FC236}">
                <a16:creationId xmlns:a16="http://schemas.microsoft.com/office/drawing/2014/main" id="{F149BCAA-B4F1-44DF-9239-3A3728001FD8}"/>
              </a:ext>
            </a:extLst>
          </p:cNvPr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6" name="front-F2">
            <a:extLst>
              <a:ext uri="{FF2B5EF4-FFF2-40B4-BE49-F238E27FC236}">
                <a16:creationId xmlns:a16="http://schemas.microsoft.com/office/drawing/2014/main" id="{55FF4973-7C37-4383-90F2-1E3330D88A5F}"/>
              </a:ext>
            </a:extLst>
          </p:cNvPr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7" name="front-F3">
            <a:extLst>
              <a:ext uri="{FF2B5EF4-FFF2-40B4-BE49-F238E27FC236}">
                <a16:creationId xmlns:a16="http://schemas.microsoft.com/office/drawing/2014/main" id="{DA15504E-F99E-4873-B37B-6FEC4D58066D}"/>
              </a:ext>
            </a:extLst>
          </p:cNvPr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8" name="front-adapt">
            <a:extLst>
              <a:ext uri="{FF2B5EF4-FFF2-40B4-BE49-F238E27FC236}">
                <a16:creationId xmlns:a16="http://schemas.microsoft.com/office/drawing/2014/main" id="{BD3780B7-B4CE-47AF-A286-DEA8FBF2881A}"/>
              </a:ext>
            </a:extLst>
          </p:cNvPr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9" name="badge-C14">
            <a:extLst>
              <a:ext uri="{FF2B5EF4-FFF2-40B4-BE49-F238E27FC236}">
                <a16:creationId xmlns:a16="http://schemas.microsoft.com/office/drawing/2014/main" id="{9CBD1A7D-A580-4EBC-8074-ACF655AF7404}"/>
              </a:ext>
            </a:extLst>
          </p:cNvPr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0" name="address-control">
            <a:extLst>
              <a:ext uri="{FF2B5EF4-FFF2-40B4-BE49-F238E27FC236}">
                <a16:creationId xmlns:a16="http://schemas.microsoft.com/office/drawing/2014/main" id="{B11F2740-3BEE-484F-8CDA-20DB4AC355BB}"/>
              </a:ext>
            </a:extLst>
          </p:cNvPr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1" name="metadata">
            <a:extLst>
              <a:ext uri="{FF2B5EF4-FFF2-40B4-BE49-F238E27FC236}">
                <a16:creationId xmlns:a16="http://schemas.microsoft.com/office/drawing/2014/main" id="{ECBB4177-A559-4D4D-B69B-BE70D1C0F37F}"/>
              </a:ext>
            </a:extLst>
          </p:cNvPr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2" name="compressor">
            <a:extLst>
              <a:ext uri="{FF2B5EF4-FFF2-40B4-BE49-F238E27FC236}">
                <a16:creationId xmlns:a16="http://schemas.microsoft.com/office/drawing/2014/main" id="{9F39B81C-7C7F-4204-82F3-8D5DCE5FDA19}"/>
              </a:ext>
            </a:extLst>
          </p:cNvPr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3" name="badge-C15">
            <a:extLst>
              <a:ext uri="{FF2B5EF4-FFF2-40B4-BE49-F238E27FC236}">
                <a16:creationId xmlns:a16="http://schemas.microsoft.com/office/drawing/2014/main" id="{E7C46619-EB93-437B-AEDF-6C4A442E51E7}"/>
              </a:ext>
            </a:extLst>
          </p:cNvPr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4" name="decompressor">
            <a:extLst>
              <a:ext uri="{FF2B5EF4-FFF2-40B4-BE49-F238E27FC236}">
                <a16:creationId xmlns:a16="http://schemas.microsoft.com/office/drawing/2014/main" id="{5271FC62-17EC-4AFB-8355-60BE0FEFF884}"/>
              </a:ext>
            </a:extLst>
          </p:cNvPr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5" name="badge-C16">
            <a:extLst>
              <a:ext uri="{FF2B5EF4-FFF2-40B4-BE49-F238E27FC236}">
                <a16:creationId xmlns:a16="http://schemas.microsoft.com/office/drawing/2014/main" id="{CE980CC2-16BE-4E6A-83AE-010EC2AB9117}"/>
              </a:ext>
            </a:extLst>
          </p:cNvPr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6" name="plain-bypass">
            <a:extLst>
              <a:ext uri="{FF2B5EF4-FFF2-40B4-BE49-F238E27FC236}">
                <a16:creationId xmlns:a16="http://schemas.microsoft.com/office/drawing/2014/main" id="{148383BA-E88A-4CA0-A544-AE4C7DF4B0F0}"/>
              </a:ext>
            </a:extLst>
          </p:cNvPr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7" name="front-route">
            <a:extLst>
              <a:ext uri="{FF2B5EF4-FFF2-40B4-BE49-F238E27FC236}">
                <a16:creationId xmlns:a16="http://schemas.microsoft.com/office/drawing/2014/main" id="{09C34C2B-E12D-40CA-8E2D-788E17462C81}"/>
              </a:ext>
            </a:extLst>
          </p:cNvPr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8" name="roi-scheduler">
            <a:extLst>
              <a:ext uri="{FF2B5EF4-FFF2-40B4-BE49-F238E27FC236}">
                <a16:creationId xmlns:a16="http://schemas.microsoft.com/office/drawing/2014/main" id="{2F4E16AA-852D-46C1-8C50-F4536DD37948}"/>
              </a:ext>
            </a:extLst>
          </p:cNvPr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9" name="badge-C8">
            <a:extLst>
              <a:ext uri="{FF2B5EF4-FFF2-40B4-BE49-F238E27FC236}">
                <a16:creationId xmlns:a16="http://schemas.microsoft.com/office/drawing/2014/main" id="{FD4D25E7-A088-4269-B6D9-0899E4D0D1D4}"/>
              </a:ext>
            </a:extLst>
          </p:cNvPr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0" name="roi-vdma">
            <a:extLst>
              <a:ext uri="{FF2B5EF4-FFF2-40B4-BE49-F238E27FC236}">
                <a16:creationId xmlns:a16="http://schemas.microsoft.com/office/drawing/2014/main" id="{661C924B-EB75-4092-BF9D-779F21C22E03}"/>
              </a:ext>
            </a:extLst>
          </p:cNvPr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1" name="badge-C7">
            <a:extLst>
              <a:ext uri="{FF2B5EF4-FFF2-40B4-BE49-F238E27FC236}">
                <a16:creationId xmlns:a16="http://schemas.microsoft.com/office/drawing/2014/main" id="{C95FDAF4-6308-40AF-95F1-C766F40EE1E3}"/>
              </a:ext>
            </a:extLst>
          </p:cNvPr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2" name="roi-fifo">
            <a:extLst>
              <a:ext uri="{FF2B5EF4-FFF2-40B4-BE49-F238E27FC236}">
                <a16:creationId xmlns:a16="http://schemas.microsoft.com/office/drawing/2014/main" id="{B880E307-5288-454B-8F40-5836F6557DC4}"/>
              </a:ext>
            </a:extLst>
          </p:cNvPr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3" name="lvds-tx">
            <a:extLst>
              <a:ext uri="{FF2B5EF4-FFF2-40B4-BE49-F238E27FC236}">
                <a16:creationId xmlns:a16="http://schemas.microsoft.com/office/drawing/2014/main" id="{9C9FA604-892A-4F78-A366-61765F400567}"/>
              </a:ext>
            </a:extLst>
          </p:cNvPr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4" name="badge-C5">
            <a:extLst>
              <a:ext uri="{FF2B5EF4-FFF2-40B4-BE49-F238E27FC236}">
                <a16:creationId xmlns:a16="http://schemas.microsoft.com/office/drawing/2014/main" id="{53D6B1CF-C401-4E70-9ADD-45C06E671F14}"/>
              </a:ext>
            </a:extLst>
          </p:cNvPr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5" name="compute-title: CVA6–Ara 计算平台">
            <a:extLst>
              <a:ext uri="{FF2B5EF4-FFF2-40B4-BE49-F238E27FC236}">
                <a16:creationId xmlns:a16="http://schemas.microsoft.com/office/drawing/2014/main" id="{36188DBE-5120-4060-B856-610E7E068F7B}"/>
              </a:ext>
            </a:extLst>
          </p:cNvPr>
          <p:cNvSpPr txBox="1"/>
          <p:nvPr/>
        </p:nvSpPr>
        <p:spPr>
          <a:xfrm>
            <a:off x="1238652" y="844166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866" name="gb-region-title: NPU / 独立 Global Buffer 子系统">
            <a:extLst>
              <a:ext uri="{FF2B5EF4-FFF2-40B4-BE49-F238E27FC236}">
                <a16:creationId xmlns:a16="http://schemas.microsoft.com/office/drawing/2014/main" id="{F853FB03-0481-4606-BED9-2862F8BF2F0B}"/>
              </a:ext>
            </a:extLst>
          </p:cNvPr>
          <p:cNvSpPr txBox="1"/>
          <p:nvPr/>
        </p:nvSpPr>
        <p:spPr>
          <a:xfrm>
            <a:off x="4586494" y="844166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867" name="image-rx-title: 图像采集与 ISP">
            <a:extLst>
              <a:ext uri="{FF2B5EF4-FFF2-40B4-BE49-F238E27FC236}">
                <a16:creationId xmlns:a16="http://schemas.microsoft.com/office/drawing/2014/main" id="{E0624801-EC20-4559-9BA2-FBF2C2FAD074}"/>
              </a:ext>
            </a:extLst>
          </p:cNvPr>
          <p:cNvSpPr txBox="1"/>
          <p:nvPr/>
        </p:nvSpPr>
        <p:spPr>
          <a:xfrm>
            <a:off x="8938972" y="844166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868" name="cva6-t0: CVA6 core 0">
            <a:extLst>
              <a:ext uri="{FF2B5EF4-FFF2-40B4-BE49-F238E27FC236}">
                <a16:creationId xmlns:a16="http://schemas.microsoft.com/office/drawing/2014/main" id="{8F5C2E9E-6779-435B-A2AE-ED2B2C0B6B98}"/>
              </a:ext>
            </a:extLst>
          </p:cNvPr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869" name="cva6-t1: L1 I / D cache">
            <a:extLst>
              <a:ext uri="{FF2B5EF4-FFF2-40B4-BE49-F238E27FC236}">
                <a16:creationId xmlns:a16="http://schemas.microsoft.com/office/drawing/2014/main" id="{E1561C64-6F93-4B1C-AB44-C38AA617D6AA}"/>
              </a:ext>
            </a:extLst>
          </p:cNvPr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870" name="cva6-t2: MMU / AXI 适配">
            <a:extLst>
              <a:ext uri="{FF2B5EF4-FFF2-40B4-BE49-F238E27FC236}">
                <a16:creationId xmlns:a16="http://schemas.microsoft.com/office/drawing/2014/main" id="{AAE97570-F53A-4845-8DC6-DB00D87CC50D}"/>
              </a:ext>
            </a:extLst>
          </p:cNvPr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871" name="ara-t0: Ara 向量处理器">
            <a:extLst>
              <a:ext uri="{FF2B5EF4-FFF2-40B4-BE49-F238E27FC236}">
                <a16:creationId xmlns:a16="http://schemas.microsoft.com/office/drawing/2014/main" id="{65607DC5-8F4D-400B-93FD-AE12E133F029}"/>
              </a:ext>
            </a:extLst>
          </p:cNvPr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872" name="ara-t1: 2 lanes · VLSU / AXI：64 bit">
            <a:extLst>
              <a:ext uri="{FF2B5EF4-FFF2-40B4-BE49-F238E27FC236}">
                <a16:creationId xmlns:a16="http://schemas.microsoft.com/office/drawing/2014/main" id="{363C3C6E-6556-46E1-8528-17C509C6D100}"/>
              </a:ext>
            </a:extLst>
          </p:cNvPr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873" name="ara-filter-t0: 失效过滤">
            <a:extLst>
              <a:ext uri="{FF2B5EF4-FFF2-40B4-BE49-F238E27FC236}">
                <a16:creationId xmlns:a16="http://schemas.microsoft.com/office/drawing/2014/main" id="{7B6D6451-7688-4F22-93EA-6102D7F9648C}"/>
              </a:ext>
            </a:extLst>
          </p:cNvPr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874" name="ara-filter-t1: 现有 filter">
            <a:extLst>
              <a:ext uri="{FF2B5EF4-FFF2-40B4-BE49-F238E27FC236}">
                <a16:creationId xmlns:a16="http://schemas.microsoft.com/office/drawing/2014/main" id="{5B91DDC2-1DFB-472B-AF01-3EF1BEDA909D}"/>
              </a:ext>
            </a:extLst>
          </p:cNvPr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875" name="ara-width-t0: 等宽透传">
            <a:extLst>
              <a:ext uri="{FF2B5EF4-FFF2-40B4-BE49-F238E27FC236}">
                <a16:creationId xmlns:a16="http://schemas.microsoft.com/office/drawing/2014/main" id="{D4E2D772-DF24-46E8-8D42-45C13991093C}"/>
              </a:ext>
            </a:extLst>
          </p:cNvPr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876" name="ara-width-t1: 64 → 64 bit">
            <a:extLst>
              <a:ext uri="{FF2B5EF4-FFF2-40B4-BE49-F238E27FC236}">
                <a16:creationId xmlns:a16="http://schemas.microsoft.com/office/drawing/2014/main" id="{E547D0D8-8A72-4699-A187-5B7A8366C89F}"/>
              </a:ext>
            </a:extLst>
          </p:cNvPr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877" name="command-label: 指令 / MMU">
            <a:extLst>
              <a:ext uri="{FF2B5EF4-FFF2-40B4-BE49-F238E27FC236}">
                <a16:creationId xmlns:a16="http://schemas.microsoft.com/office/drawing/2014/main" id="{BF4C3BC9-D67A-4834-9239-C09300D30833}"/>
              </a:ext>
            </a:extLst>
          </p:cNvPr>
          <p:cNvSpPr txBox="1"/>
          <p:nvPr/>
        </p:nvSpPr>
        <p:spPr>
          <a:xfrm>
            <a:off x="1158518" y="1446599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MMU</a:t>
            </a:r>
          </a:p>
        </p:txBody>
      </p:sp>
      <p:sp>
        <p:nvSpPr>
          <p:cNvPr id="878" name="npu-t0: NPU 计算引擎">
            <a:extLst>
              <a:ext uri="{FF2B5EF4-FFF2-40B4-BE49-F238E27FC236}">
                <a16:creationId xmlns:a16="http://schemas.microsoft.com/office/drawing/2014/main" id="{83E10E45-6FA3-4C9D-A449-E26EB6FFE214}"/>
              </a:ext>
            </a:extLst>
          </p:cNvPr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79" name="npu-t1: GB 数据读写">
            <a:extLst>
              <a:ext uri="{FF2B5EF4-FFF2-40B4-BE49-F238E27FC236}">
                <a16:creationId xmlns:a16="http://schemas.microsoft.com/office/drawing/2014/main" id="{F5920A84-6221-4B36-92B0-E0B4BA187C8A}"/>
              </a:ext>
            </a:extLst>
          </p:cNvPr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880" name="badge-C10-text: C10">
            <a:extLst>
              <a:ext uri="{FF2B5EF4-FFF2-40B4-BE49-F238E27FC236}">
                <a16:creationId xmlns:a16="http://schemas.microsoft.com/office/drawing/2014/main" id="{3F1E3A5E-19CA-41C1-9E6F-EC4E2B982DAC}"/>
              </a:ext>
            </a:extLst>
          </p:cNvPr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881" name="gb-adapter-t0: GB 访问适配">
            <a:extLst>
              <a:ext uri="{FF2B5EF4-FFF2-40B4-BE49-F238E27FC236}">
                <a16:creationId xmlns:a16="http://schemas.microsoft.com/office/drawing/2014/main" id="{8B8E1B62-53B9-4AC6-9BBB-8D2F27B5FA40}"/>
              </a:ext>
            </a:extLst>
          </p:cNvPr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82" name="gb-adapter-t1: 局部仲裁 / 路由">
            <a:extLst>
              <a:ext uri="{FF2B5EF4-FFF2-40B4-BE49-F238E27FC236}">
                <a16:creationId xmlns:a16="http://schemas.microsoft.com/office/drawing/2014/main" id="{16753F7C-46FF-49F7-A458-9EA2F548298A}"/>
              </a:ext>
            </a:extLst>
          </p:cNvPr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83" name="gb-adapter-t2: bank 冲突处理">
            <a:extLst>
              <a:ext uri="{FF2B5EF4-FFF2-40B4-BE49-F238E27FC236}">
                <a16:creationId xmlns:a16="http://schemas.microsoft.com/office/drawing/2014/main" id="{30D40F11-B5C7-439E-86D7-5DAF8AB8A803}"/>
              </a:ext>
            </a:extLst>
          </p:cNvPr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884" name="global-buffer-t0: Global Buffer">
            <a:extLst>
              <a:ext uri="{FF2B5EF4-FFF2-40B4-BE49-F238E27FC236}">
                <a16:creationId xmlns:a16="http://schemas.microsoft.com/office/drawing/2014/main" id="{41167BC5-3CFE-4E11-9C4A-58B2CB877DBA}"/>
              </a:ext>
            </a:extLst>
          </p:cNvPr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85" name="global-buffer-t1: 独立 SRAM · 分 bank">
            <a:extLst>
              <a:ext uri="{FF2B5EF4-FFF2-40B4-BE49-F238E27FC236}">
                <a16:creationId xmlns:a16="http://schemas.microsoft.com/office/drawing/2014/main" id="{658C7A6E-43CA-437E-AB84-12C0F9E1C9C1}"/>
              </a:ext>
            </a:extLst>
          </p:cNvPr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86" name="global-buffer-t2: CPU / Ara / NPU / ISP">
            <a:extLst>
              <a:ext uri="{FF2B5EF4-FFF2-40B4-BE49-F238E27FC236}">
                <a16:creationId xmlns:a16="http://schemas.microsoft.com/office/drawing/2014/main" id="{4B7DC47D-44B2-4465-ABAD-67CFC911A0A3}"/>
              </a:ext>
            </a:extLst>
          </p:cNvPr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887" name="badge-C12-text: C12">
            <a:extLst>
              <a:ext uri="{FF2B5EF4-FFF2-40B4-BE49-F238E27FC236}">
                <a16:creationId xmlns:a16="http://schemas.microsoft.com/office/drawing/2014/main" id="{2AA8E3B9-8776-44E8-A9EA-9A87A76760BC}"/>
              </a:ext>
            </a:extLst>
          </p:cNvPr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888" name="gb-mover-t0: NPU / GB 搬运引擎">
            <a:extLst>
              <a:ext uri="{FF2B5EF4-FFF2-40B4-BE49-F238E27FC236}">
                <a16:creationId xmlns:a16="http://schemas.microsoft.com/office/drawing/2014/main" id="{51E6C5EE-91B2-418A-A3D0-80A07811D5AA}"/>
              </a:ext>
            </a:extLst>
          </p:cNvPr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889" name="gb-mover-t1: DDR ↔ GB · AXI 主口">
            <a:extLst>
              <a:ext uri="{FF2B5EF4-FFF2-40B4-BE49-F238E27FC236}">
                <a16:creationId xmlns:a16="http://schemas.microsoft.com/office/drawing/2014/main" id="{F60A7DC9-90B9-4F4E-8100-20ABA9A3205D}"/>
              </a:ext>
            </a:extLst>
          </p:cNvPr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890" name="badge-C11-text: C11">
            <a:extLst>
              <a:ext uri="{FF2B5EF4-FFF2-40B4-BE49-F238E27FC236}">
                <a16:creationId xmlns:a16="http://schemas.microsoft.com/office/drawing/2014/main" id="{7F169620-877A-440B-B448-B198E0371468}"/>
              </a:ext>
            </a:extLst>
          </p:cNvPr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891" name="lvds-rx-t0: LVDS 接收">
            <a:extLst>
              <a:ext uri="{FF2B5EF4-FFF2-40B4-BE49-F238E27FC236}">
                <a16:creationId xmlns:a16="http://schemas.microsoft.com/office/drawing/2014/main" id="{BC273D41-821A-436A-BE6A-8FADF9B3A5F6}"/>
              </a:ext>
            </a:extLst>
          </p:cNvPr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92" name="lvds-rx-t1: 解串 / 帧行">
            <a:extLst>
              <a:ext uri="{FF2B5EF4-FFF2-40B4-BE49-F238E27FC236}">
                <a16:creationId xmlns:a16="http://schemas.microsoft.com/office/drawing/2014/main" id="{0B893C06-35D7-4931-A7B9-89FAB60040CB}"/>
              </a:ext>
            </a:extLst>
          </p:cNvPr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93" name="rx-cdc-t0: CDC / FIFO">
            <a:extLst>
              <a:ext uri="{FF2B5EF4-FFF2-40B4-BE49-F238E27FC236}">
                <a16:creationId xmlns:a16="http://schemas.microsoft.com/office/drawing/2014/main" id="{5B81CA6A-A119-4309-BD60-4BBF8D058A82}"/>
              </a:ext>
            </a:extLst>
          </p:cNvPr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94" name="rx-cdc-t1: 像素流缓冲">
            <a:extLst>
              <a:ext uri="{FF2B5EF4-FFF2-40B4-BE49-F238E27FC236}">
                <a16:creationId xmlns:a16="http://schemas.microsoft.com/office/drawing/2014/main" id="{8F5E6D7B-A118-4E1A-97CA-814B63200CFB}"/>
              </a:ext>
            </a:extLst>
          </p:cNvPr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95" name="isp-t0: ISP">
            <a:extLst>
              <a:ext uri="{FF2B5EF4-FFF2-40B4-BE49-F238E27FC236}">
                <a16:creationId xmlns:a16="http://schemas.microsoft.com/office/drawing/2014/main" id="{5DC97E3E-BF4D-4376-86B4-E6B01E646A56}"/>
              </a:ext>
            </a:extLst>
          </p:cNvPr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96" name="isp-t1: 行缓存 / 处理">
            <a:extLst>
              <a:ext uri="{FF2B5EF4-FFF2-40B4-BE49-F238E27FC236}">
                <a16:creationId xmlns:a16="http://schemas.microsoft.com/office/drawing/2014/main" id="{C2720504-962E-4591-95B4-7EDE935A65BB}"/>
              </a:ext>
            </a:extLst>
          </p:cNvPr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897" name="frame-select-t0: 帧边界选择">
            <a:extLst>
              <a:ext uri="{FF2B5EF4-FFF2-40B4-BE49-F238E27FC236}">
                <a16:creationId xmlns:a16="http://schemas.microsoft.com/office/drawing/2014/main" id="{C56FF998-CA3F-43B6-991D-C73714920A6C}"/>
              </a:ext>
            </a:extLst>
          </p:cNvPr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98" name="frame-select-t1: RAW / ISP">
            <a:extLst>
              <a:ext uri="{FF2B5EF4-FFF2-40B4-BE49-F238E27FC236}">
                <a16:creationId xmlns:a16="http://schemas.microsoft.com/office/drawing/2014/main" id="{B9E55C24-3E44-442B-BC8B-BF15BC7C4506}"/>
              </a:ext>
            </a:extLst>
          </p:cNvPr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99" name="frame-dma-t0: 帧写入 DMA">
            <a:extLst>
              <a:ext uri="{FF2B5EF4-FFF2-40B4-BE49-F238E27FC236}">
                <a16:creationId xmlns:a16="http://schemas.microsoft.com/office/drawing/2014/main" id="{8FBA3149-CD6E-41CF-AE1D-EFB2730A3731}"/>
              </a:ext>
            </a:extLst>
          </p:cNvPr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900" name="frame-dma-t1: 地址 / stride">
            <a:extLst>
              <a:ext uri="{FF2B5EF4-FFF2-40B4-BE49-F238E27FC236}">
                <a16:creationId xmlns:a16="http://schemas.microsoft.com/office/drawing/2014/main" id="{01E1D8C3-0C78-4AE8-AC48-72F9D6CFF72A}"/>
              </a:ext>
            </a:extLst>
          </p:cNvPr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901" name="raw-bypass-label: RAW 旁路">
            <a:extLst>
              <a:ext uri="{FF2B5EF4-FFF2-40B4-BE49-F238E27FC236}">
                <a16:creationId xmlns:a16="http://schemas.microsoft.com/office/drawing/2014/main" id="{C2B31AFF-1AFD-4A3D-831B-D32C2DCD0002}"/>
              </a:ext>
            </a:extLst>
          </p:cNvPr>
          <p:cNvSpPr txBox="1"/>
          <p:nvPr/>
        </p:nvSpPr>
        <p:spPr>
          <a:xfrm>
            <a:off x="9282640" y="1080059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</a:t>
            </a:r>
            <a:r>
              <a:rPr sz="693" b="0" i="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旁路</a:t>
            </a:r>
            <a:endParaRPr sz="693" b="0" i="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2" name="badge-C4-text: C4">
            <a:extLst>
              <a:ext uri="{FF2B5EF4-FFF2-40B4-BE49-F238E27FC236}">
                <a16:creationId xmlns:a16="http://schemas.microsoft.com/office/drawing/2014/main" id="{4819E415-0451-4120-A7A7-D87BC3512F05}"/>
              </a:ext>
            </a:extLst>
          </p:cNvPr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903" name="badge-C9-text: C9">
            <a:extLst>
              <a:ext uri="{FF2B5EF4-FFF2-40B4-BE49-F238E27FC236}">
                <a16:creationId xmlns:a16="http://schemas.microsoft.com/office/drawing/2014/main" id="{7A0031EB-91DA-43F0-A577-0AC1E8BF41DD}"/>
              </a:ext>
            </a:extLst>
          </p:cNvPr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904" name="badge-C6-text: C6">
            <a:extLst>
              <a:ext uri="{FF2B5EF4-FFF2-40B4-BE49-F238E27FC236}">
                <a16:creationId xmlns:a16="http://schemas.microsoft.com/office/drawing/2014/main" id="{8EAF7050-9EDF-4F46-8DAF-F21693B77E0E}"/>
              </a:ext>
            </a:extLst>
          </p:cNvPr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905" name="isp-gb-label: ISP 中间数据 ↔ GB">
            <a:extLst>
              <a:ext uri="{FF2B5EF4-FFF2-40B4-BE49-F238E27FC236}">
                <a16:creationId xmlns:a16="http://schemas.microsoft.com/office/drawing/2014/main" id="{F7D4B019-474D-4B8B-8CFE-400B7B6C502D}"/>
              </a:ext>
            </a:extLst>
          </p:cNvPr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906" name="crossbar-title: AXI Crossbar">
            <a:extLst>
              <a:ext uri="{FF2B5EF4-FFF2-40B4-BE49-F238E27FC236}">
                <a16:creationId xmlns:a16="http://schemas.microsoft.com/office/drawing/2014/main" id="{6B4786CA-B0E5-47F7-B9DD-49A708EDDE01}"/>
              </a:ext>
            </a:extLst>
          </p:cNvPr>
          <p:cNvSpPr txBox="1"/>
          <p:nvPr/>
        </p:nvSpPr>
        <p:spPr>
          <a:xfrm>
            <a:off x="4632783" y="29795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907" name="crossbar-caption: 8 × 6 固定端口 + 扩展 | 64 bit 数据 / 48 bit 地址 ">
            <a:extLst>
              <a:ext uri="{FF2B5EF4-FFF2-40B4-BE49-F238E27FC236}">
                <a16:creationId xmlns:a16="http://schemas.microsoft.com/office/drawing/2014/main" id="{6A57FCFB-14BA-4FA1-A832-47B6453D8FFF}"/>
              </a:ext>
            </a:extLst>
          </p:cNvPr>
          <p:cNvSpPr txBox="1"/>
          <p:nvPr/>
        </p:nvSpPr>
        <p:spPr>
          <a:xfrm>
            <a:off x="3552023" y="31515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908" name="crossbar-rt-note: 输入侧 AXI RT · 按配置可选">
            <a:extLst>
              <a:ext uri="{FF2B5EF4-FFF2-40B4-BE49-F238E27FC236}">
                <a16:creationId xmlns:a16="http://schemas.microsoft.com/office/drawing/2014/main" id="{F2ADC233-F863-412B-BAF4-96E3FABE7254}"/>
              </a:ext>
            </a:extLst>
          </p:cNvPr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909" name="crossbar-error-note: 未映射请求：DECERR">
            <a:extLst>
              <a:ext uri="{FF2B5EF4-FFF2-40B4-BE49-F238E27FC236}">
                <a16:creationId xmlns:a16="http://schemas.microsoft.com/office/drawing/2014/main" id="{ED97A4D2-4ADF-4B0F-B27E-FFAC93BB9FF9}"/>
              </a:ext>
            </a:extLst>
          </p:cNvPr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910" name="xbar-in-S0-t0: S0">
            <a:extLst>
              <a:ext uri="{FF2B5EF4-FFF2-40B4-BE49-F238E27FC236}">
                <a16:creationId xmlns:a16="http://schemas.microsoft.com/office/drawing/2014/main" id="{C0A7C957-0710-4B16-B06B-3F9EE5F9CE9A}"/>
              </a:ext>
            </a:extLst>
          </p:cNvPr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911" name="xbar-in-S1-t0: S1">
            <a:extLst>
              <a:ext uri="{FF2B5EF4-FFF2-40B4-BE49-F238E27FC236}">
                <a16:creationId xmlns:a16="http://schemas.microsoft.com/office/drawing/2014/main" id="{1400CC26-BD8C-49A4-A4A9-1371F376D856}"/>
              </a:ext>
            </a:extLst>
          </p:cNvPr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12" name="xbar-in-S2-t0: S2">
            <a:extLst>
              <a:ext uri="{FF2B5EF4-FFF2-40B4-BE49-F238E27FC236}">
                <a16:creationId xmlns:a16="http://schemas.microsoft.com/office/drawing/2014/main" id="{197116FE-6257-42D2-BFFC-2DC659790847}"/>
              </a:ext>
            </a:extLst>
          </p:cNvPr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913" name="xbar-in-S3-t0: S3">
            <a:extLst>
              <a:ext uri="{FF2B5EF4-FFF2-40B4-BE49-F238E27FC236}">
                <a16:creationId xmlns:a16="http://schemas.microsoft.com/office/drawing/2014/main" id="{B6091080-8EB9-466A-BC37-054C92C21F57}"/>
              </a:ext>
            </a:extLst>
          </p:cNvPr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914" name="xbar-in-S4-t0: S4">
            <a:extLst>
              <a:ext uri="{FF2B5EF4-FFF2-40B4-BE49-F238E27FC236}">
                <a16:creationId xmlns:a16="http://schemas.microsoft.com/office/drawing/2014/main" id="{79FDEB34-4341-48E0-A95F-DCC7716A416A}"/>
              </a:ext>
            </a:extLst>
          </p:cNvPr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915" name="xbar-in-S5-t0: S5">
            <a:extLst>
              <a:ext uri="{FF2B5EF4-FFF2-40B4-BE49-F238E27FC236}">
                <a16:creationId xmlns:a16="http://schemas.microsoft.com/office/drawing/2014/main" id="{14D4869C-E8F1-4447-9FF3-866420F7882B}"/>
              </a:ext>
            </a:extLst>
          </p:cNvPr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916" name="xbar-in-S6-t0: S6">
            <a:extLst>
              <a:ext uri="{FF2B5EF4-FFF2-40B4-BE49-F238E27FC236}">
                <a16:creationId xmlns:a16="http://schemas.microsoft.com/office/drawing/2014/main" id="{F52645ED-729C-43B9-86B9-FC8F184709EE}"/>
              </a:ext>
            </a:extLst>
          </p:cNvPr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917" name="xbar-in-S7-t0: S7">
            <a:extLst>
              <a:ext uri="{FF2B5EF4-FFF2-40B4-BE49-F238E27FC236}">
                <a16:creationId xmlns:a16="http://schemas.microsoft.com/office/drawing/2014/main" id="{A6CD464B-B4BC-4C61-8CF5-CCE96C8E431F}"/>
              </a:ext>
            </a:extLst>
          </p:cNvPr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918" name="xbar-in-S_EXT-t0: S_EXT">
            <a:extLst>
              <a:ext uri="{FF2B5EF4-FFF2-40B4-BE49-F238E27FC236}">
                <a16:creationId xmlns:a16="http://schemas.microsoft.com/office/drawing/2014/main" id="{23089EA9-DBC8-4E70-ABFF-6B1A907C57EC}"/>
              </a:ext>
            </a:extLst>
          </p:cNvPr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9" name="debug-sba-t0: Debug / SBA">
            <a:extLst>
              <a:ext uri="{FF2B5EF4-FFF2-40B4-BE49-F238E27FC236}">
                <a16:creationId xmlns:a16="http://schemas.microsoft.com/office/drawing/2014/main" id="{24AD7E5A-8828-4F89-BE87-3182208D2452}"/>
              </a:ext>
            </a:extLst>
          </p:cNvPr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920" name="debug-sba-t1: JTAG 总线访问">
            <a:extLst>
              <a:ext uri="{FF2B5EF4-FFF2-40B4-BE49-F238E27FC236}">
                <a16:creationId xmlns:a16="http://schemas.microsoft.com/office/drawing/2014/main" id="{736C3CE4-9D02-4FEC-A7CB-A53E4D95C3BB}"/>
              </a:ext>
            </a:extLst>
          </p:cNvPr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921" name="idma-master-t0: iDMA 数据主口">
            <a:extLst>
              <a:ext uri="{FF2B5EF4-FFF2-40B4-BE49-F238E27FC236}">
                <a16:creationId xmlns:a16="http://schemas.microsoft.com/office/drawing/2014/main" id="{40CA8CEF-5877-489A-A7BD-5B18A9832DA4}"/>
              </a:ext>
            </a:extLst>
          </p:cNvPr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922" name="idma-master-t1: 内存 → 内存">
            <a:extLst>
              <a:ext uri="{FF2B5EF4-FFF2-40B4-BE49-F238E27FC236}">
                <a16:creationId xmlns:a16="http://schemas.microsoft.com/office/drawing/2014/main" id="{B765381F-774A-41ED-8934-1004C74AAB31}"/>
              </a:ext>
            </a:extLst>
          </p:cNvPr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923" name="slink-rx-t0: Serial Link RX">
            <a:extLst>
              <a:ext uri="{FF2B5EF4-FFF2-40B4-BE49-F238E27FC236}">
                <a16:creationId xmlns:a16="http://schemas.microsoft.com/office/drawing/2014/main" id="{AC72AAC6-F61A-4DF8-A38C-4A0D91A1D58E}"/>
              </a:ext>
            </a:extLst>
          </p:cNvPr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924" name="slink-rx-t1: 远端请求入口">
            <a:extLst>
              <a:ext uri="{FF2B5EF4-FFF2-40B4-BE49-F238E27FC236}">
                <a16:creationId xmlns:a16="http://schemas.microsoft.com/office/drawing/2014/main" id="{AE5FB92B-83B7-490D-8B44-4DE9CF2F5933}"/>
              </a:ext>
            </a:extLst>
          </p:cNvPr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925" name="vga-t0: VGA">
            <a:extLst>
              <a:ext uri="{FF2B5EF4-FFF2-40B4-BE49-F238E27FC236}">
                <a16:creationId xmlns:a16="http://schemas.microsoft.com/office/drawing/2014/main" id="{B8330C93-9339-4241-9D66-5B4D915A827E}"/>
              </a:ext>
            </a:extLst>
          </p:cNvPr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926" name="vga-t1: 帧缓冲读取">
            <a:extLst>
              <a:ext uri="{FF2B5EF4-FFF2-40B4-BE49-F238E27FC236}">
                <a16:creationId xmlns:a16="http://schemas.microsoft.com/office/drawing/2014/main" id="{27090BAD-87E5-4D1D-8ED4-4521B3F3A675}"/>
              </a:ext>
            </a:extLst>
          </p:cNvPr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927" name="usb-dma-t0: USB DMA">
            <a:extLst>
              <a:ext uri="{FF2B5EF4-FFF2-40B4-BE49-F238E27FC236}">
                <a16:creationId xmlns:a16="http://schemas.microsoft.com/office/drawing/2014/main" id="{F9AFFACD-F578-47C6-A7DF-CA1B48392F9A}"/>
              </a:ext>
            </a:extLst>
          </p:cNvPr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928" name="usb-dma-t1: OHCI 主口">
            <a:extLst>
              <a:ext uri="{FF2B5EF4-FFF2-40B4-BE49-F238E27FC236}">
                <a16:creationId xmlns:a16="http://schemas.microsoft.com/office/drawing/2014/main" id="{7610C342-8FE9-4D70-BE7A-2E363846FE58}"/>
              </a:ext>
            </a:extLst>
          </p:cNvPr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929" name="emmc-host-t0: eMMC Host / DMA">
            <a:extLst>
              <a:ext uri="{FF2B5EF4-FFF2-40B4-BE49-F238E27FC236}">
                <a16:creationId xmlns:a16="http://schemas.microsoft.com/office/drawing/2014/main" id="{711A9CAA-2C24-4A02-8947-E823005214C1}"/>
              </a:ext>
            </a:extLst>
          </p:cNvPr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930" name="emmc-host-t1: 存储块 ↔ 内存">
            <a:extLst>
              <a:ext uri="{FF2B5EF4-FFF2-40B4-BE49-F238E27FC236}">
                <a16:creationId xmlns:a16="http://schemas.microsoft.com/office/drawing/2014/main" id="{35869444-28FE-4DE9-ACD2-BB948AE6D3A3}"/>
              </a:ext>
            </a:extLst>
          </p:cNvPr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931" name="ext-master-t0: AXI 外部 master">
            <a:extLst>
              <a:ext uri="{FF2B5EF4-FFF2-40B4-BE49-F238E27FC236}">
                <a16:creationId xmlns:a16="http://schemas.microsoft.com/office/drawing/2014/main" id="{BDCF54E2-5766-4E31-8A0F-F305050A6FF9}"/>
              </a:ext>
            </a:extLst>
          </p:cNvPr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932" name="ext-master-t1: 可选扩展入口">
            <a:extLst>
              <a:ext uri="{FF2B5EF4-FFF2-40B4-BE49-F238E27FC236}">
                <a16:creationId xmlns:a16="http://schemas.microsoft.com/office/drawing/2014/main" id="{EA603A8D-208F-451D-8A45-AB503197EDCE}"/>
              </a:ext>
            </a:extLst>
          </p:cNvPr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933" name="badge-C13-text: C13">
            <a:extLst>
              <a:ext uri="{FF2B5EF4-FFF2-40B4-BE49-F238E27FC236}">
                <a16:creationId xmlns:a16="http://schemas.microsoft.com/office/drawing/2014/main" id="{8CE301F6-2BFC-4353-A177-E61F88110C61}"/>
              </a:ext>
            </a:extLst>
          </p:cNvPr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934" name="xbar-out-M0-t0: M0">
            <a:extLst>
              <a:ext uri="{FF2B5EF4-FFF2-40B4-BE49-F238E27FC236}">
                <a16:creationId xmlns:a16="http://schemas.microsoft.com/office/drawing/2014/main" id="{B362B203-DE98-458F-9E9B-3FB22A992DC0}"/>
              </a:ext>
            </a:extLst>
          </p:cNvPr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35" name="debug-target-t0: Debug 目标">
            <a:extLst>
              <a:ext uri="{FF2B5EF4-FFF2-40B4-BE49-F238E27FC236}">
                <a16:creationId xmlns:a16="http://schemas.microsoft.com/office/drawing/2014/main" id="{201F8E4F-7AE5-4458-9EDA-765DD212588E}"/>
              </a:ext>
            </a:extLst>
          </p:cNvPr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36" name="debug-target-t1: 调试模块窗口">
            <a:extLst>
              <a:ext uri="{FF2B5EF4-FFF2-40B4-BE49-F238E27FC236}">
                <a16:creationId xmlns:a16="http://schemas.microsoft.com/office/drawing/2014/main" id="{4792A5C3-7799-450B-B87A-0BAA838F7628}"/>
              </a:ext>
            </a:extLst>
          </p:cNvPr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937" name="xbar-out-M1-t0: M1">
            <a:extLst>
              <a:ext uri="{FF2B5EF4-FFF2-40B4-BE49-F238E27FC236}">
                <a16:creationId xmlns:a16="http://schemas.microsoft.com/office/drawing/2014/main" id="{79914F88-8946-4A03-B109-F89FF9B05AD6}"/>
              </a:ext>
            </a:extLst>
          </p:cNvPr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38" name="reg-bridge-t0: AXI → Regbus">
            <a:extLst>
              <a:ext uri="{FF2B5EF4-FFF2-40B4-BE49-F238E27FC236}">
                <a16:creationId xmlns:a16="http://schemas.microsoft.com/office/drawing/2014/main" id="{F1A13616-BB4C-4076-9E59-08A3E7E023F5}"/>
              </a:ext>
            </a:extLst>
          </p:cNvPr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39" name="reg-bridge-t1: 原子适配 / 32 bit 桥">
            <a:extLst>
              <a:ext uri="{FF2B5EF4-FFF2-40B4-BE49-F238E27FC236}">
                <a16:creationId xmlns:a16="http://schemas.microsoft.com/office/drawing/2014/main" id="{2B66DB37-EDD3-490B-8199-59DD84143645}"/>
              </a:ext>
            </a:extLst>
          </p:cNvPr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940" name="xbar-out-M2-t0: M2">
            <a:extLst>
              <a:ext uri="{FF2B5EF4-FFF2-40B4-BE49-F238E27FC236}">
                <a16:creationId xmlns:a16="http://schemas.microsoft.com/office/drawing/2014/main" id="{84DCA66D-567B-4F21-B272-02EF42EC1C0E}"/>
              </a:ext>
            </a:extLst>
          </p:cNvPr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41" name="memory-title: 主存 / SPM 共用目标">
            <a:extLst>
              <a:ext uri="{FF2B5EF4-FFF2-40B4-BE49-F238E27FC236}">
                <a16:creationId xmlns:a16="http://schemas.microsoft.com/office/drawing/2014/main" id="{4E6C0D67-84C3-4804-B6C7-83471660B044}"/>
              </a:ext>
            </a:extLst>
          </p:cNvPr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942" name="atomics-t0: 原子适配">
            <a:extLst>
              <a:ext uri="{FF2B5EF4-FFF2-40B4-BE49-F238E27FC236}">
                <a16:creationId xmlns:a16="http://schemas.microsoft.com/office/drawing/2014/main" id="{59AC17ED-2C58-4F0B-A322-75D70B9A88EA}"/>
              </a:ext>
            </a:extLst>
          </p:cNvPr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43" name="atomics-t1: AMO / LRSC">
            <a:extLst>
              <a:ext uri="{FF2B5EF4-FFF2-40B4-BE49-F238E27FC236}">
                <a16:creationId xmlns:a16="http://schemas.microsoft.com/office/drawing/2014/main" id="{7544C141-76B2-491B-A5D0-562D9F5A5121}"/>
              </a:ext>
            </a:extLst>
          </p:cNvPr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44" name="llc-spm-t0: LLC / SPM">
            <a:extLst>
              <a:ext uri="{FF2B5EF4-FFF2-40B4-BE49-F238E27FC236}">
                <a16:creationId xmlns:a16="http://schemas.microsoft.com/office/drawing/2014/main" id="{24B11940-34DB-46A7-A5E6-D8E97A67265C}"/>
              </a:ext>
            </a:extLst>
          </p:cNvPr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45" name="llc-spm-t1: SRAM 阵列">
            <a:extLst>
              <a:ext uri="{FF2B5EF4-FFF2-40B4-BE49-F238E27FC236}">
                <a16:creationId xmlns:a16="http://schemas.microsoft.com/office/drawing/2014/main" id="{73658A12-64C8-4C7B-BCB3-CB91EB474E09}"/>
              </a:ext>
            </a:extLst>
          </p:cNvPr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946" name="xbar-out-M3-t0: M3">
            <a:extLst>
              <a:ext uri="{FF2B5EF4-FFF2-40B4-BE49-F238E27FC236}">
                <a16:creationId xmlns:a16="http://schemas.microsoft.com/office/drawing/2014/main" id="{B8513E8D-9B04-4C91-9B48-EDA36FDD5763}"/>
              </a:ext>
            </a:extLst>
          </p:cNvPr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47" name="idma-config-t0: iDMA 配置">
            <a:extLst>
              <a:ext uri="{FF2B5EF4-FFF2-40B4-BE49-F238E27FC236}">
                <a16:creationId xmlns:a16="http://schemas.microsoft.com/office/drawing/2014/main" id="{7A244E97-071D-4C34-B4FF-7E8A920DB2ED}"/>
              </a:ext>
            </a:extLst>
          </p:cNvPr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48" name="idma-config-t1: 原子适配 → AXI→Reg">
            <a:extLst>
              <a:ext uri="{FF2B5EF4-FFF2-40B4-BE49-F238E27FC236}">
                <a16:creationId xmlns:a16="http://schemas.microsoft.com/office/drawing/2014/main" id="{C25B4500-1DCD-4E21-B7CB-B5CEE73D951E}"/>
              </a:ext>
            </a:extLst>
          </p:cNvPr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49" name="idma-config-t2: wrapper 内部寄存器">
            <a:extLst>
              <a:ext uri="{FF2B5EF4-FFF2-40B4-BE49-F238E27FC236}">
                <a16:creationId xmlns:a16="http://schemas.microsoft.com/office/drawing/2014/main" id="{A566DF6E-5583-4E43-BA22-47280FA3EA8C}"/>
              </a:ext>
            </a:extLst>
          </p:cNvPr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950" name="xbar-out-M4-t0: M4">
            <a:extLst>
              <a:ext uri="{FF2B5EF4-FFF2-40B4-BE49-F238E27FC236}">
                <a16:creationId xmlns:a16="http://schemas.microsoft.com/office/drawing/2014/main" id="{33A60407-0DB1-4045-8900-30D24B5E3934}"/>
              </a:ext>
            </a:extLst>
          </p:cNvPr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51" name="slink-tx-t0: Serial Link TX">
            <a:extLst>
              <a:ext uri="{FF2B5EF4-FFF2-40B4-BE49-F238E27FC236}">
                <a16:creationId xmlns:a16="http://schemas.microsoft.com/office/drawing/2014/main" id="{DA8AB1BF-3E0D-4620-9934-CD110448AAED}"/>
              </a:ext>
            </a:extLst>
          </p:cNvPr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52" name="slink-tx-t1: 远端目标窗口">
            <a:extLst>
              <a:ext uri="{FF2B5EF4-FFF2-40B4-BE49-F238E27FC236}">
                <a16:creationId xmlns:a16="http://schemas.microsoft.com/office/drawing/2014/main" id="{CB0639C3-2B82-4381-A9FE-A906F9480051}"/>
              </a:ext>
            </a:extLst>
          </p:cNvPr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953" name="xbar-out-M5-t0: M5">
            <a:extLst>
              <a:ext uri="{FF2B5EF4-FFF2-40B4-BE49-F238E27FC236}">
                <a16:creationId xmlns:a16="http://schemas.microsoft.com/office/drawing/2014/main" id="{359949A4-0A43-4A9D-B81B-021AE258C947}"/>
              </a:ext>
            </a:extLst>
          </p:cNvPr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954" name="gb-interface-t0: GB AXI 接口">
            <a:extLst>
              <a:ext uri="{FF2B5EF4-FFF2-40B4-BE49-F238E27FC236}">
                <a16:creationId xmlns:a16="http://schemas.microsoft.com/office/drawing/2014/main" id="{AFB47C53-5AD9-4192-AD9A-1458E8310CA9}"/>
              </a:ext>
            </a:extLst>
          </p:cNvPr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955" name="gb-interface-t1: CPU / Ara / eMMC DMA">
            <a:extLst>
              <a:ext uri="{FF2B5EF4-FFF2-40B4-BE49-F238E27FC236}">
                <a16:creationId xmlns:a16="http://schemas.microsoft.com/office/drawing/2014/main" id="{5A07DD25-D7FB-4FD6-9626-46398A72B107}"/>
              </a:ext>
            </a:extLst>
          </p:cNvPr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956" name="gb-interface-t2: 64-bit 数据窗口 · 共用">
            <a:extLst>
              <a:ext uri="{FF2B5EF4-FFF2-40B4-BE49-F238E27FC236}">
                <a16:creationId xmlns:a16="http://schemas.microsoft.com/office/drawing/2014/main" id="{B2BB4D75-ECDA-4F9B-AD91-EF74E7017FCF}"/>
              </a:ext>
            </a:extLst>
          </p:cNvPr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957" name="xbar-out-M_EXT-t0: M_EXT">
            <a:extLst>
              <a:ext uri="{FF2B5EF4-FFF2-40B4-BE49-F238E27FC236}">
                <a16:creationId xmlns:a16="http://schemas.microsoft.com/office/drawing/2014/main" id="{5B1231F8-B0F1-4DEE-A6CD-DE8D241654DA}"/>
              </a:ext>
            </a:extLst>
          </p:cNvPr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58" name="ext-target-t0: AXI 外部 slave">
            <a:extLst>
              <a:ext uri="{FF2B5EF4-FFF2-40B4-BE49-F238E27FC236}">
                <a16:creationId xmlns:a16="http://schemas.microsoft.com/office/drawing/2014/main" id="{C87BBF66-8E89-42F3-89D9-1A2A84C76FDC}"/>
              </a:ext>
            </a:extLst>
          </p:cNvPr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59" name="ext-target-t1: 可选外部目标扩展">
            <a:extLst>
              <a:ext uri="{FF2B5EF4-FFF2-40B4-BE49-F238E27FC236}">
                <a16:creationId xmlns:a16="http://schemas.microsoft.com/office/drawing/2014/main" id="{FBFCB09D-C5BB-46F3-84F7-B1D68F44796F}"/>
              </a:ext>
            </a:extLst>
          </p:cNvPr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60" name="emmc-device-t0: eMMC">
            <a:extLst>
              <a:ext uri="{FF2B5EF4-FFF2-40B4-BE49-F238E27FC236}">
                <a16:creationId xmlns:a16="http://schemas.microsoft.com/office/drawing/2014/main" id="{EB327214-7A31-4C4C-BEA1-6712185E1EEB}"/>
              </a:ext>
            </a:extLst>
          </p:cNvPr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961" name="emmc-device-t1: 模型 / 校正参数">
            <a:extLst>
              <a:ext uri="{FF2B5EF4-FFF2-40B4-BE49-F238E27FC236}">
                <a16:creationId xmlns:a16="http://schemas.microsoft.com/office/drawing/2014/main" id="{89F99E9C-3D61-4A0E-A242-35173E2FAF0C}"/>
              </a:ext>
            </a:extLst>
          </p:cNvPr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962" name="regbus-t0: Regbus decode / demux · 32 bit">
            <a:extLst>
              <a:ext uri="{FF2B5EF4-FFF2-40B4-BE49-F238E27FC236}">
                <a16:creationId xmlns:a16="http://schemas.microsoft.com/office/drawing/2014/main" id="{B6E2C7C0-49C1-43C9-9B47-0850BF90F1FC}"/>
              </a:ext>
            </a:extLst>
          </p:cNvPr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963" name="bootrom-t0: Boot ROM">
            <a:extLst>
              <a:ext uri="{FF2B5EF4-FFF2-40B4-BE49-F238E27FC236}">
                <a16:creationId xmlns:a16="http://schemas.microsoft.com/office/drawing/2014/main" id="{24BF191C-77CE-492E-B0A9-508AFD6FECBF}"/>
              </a:ext>
            </a:extLst>
          </p:cNvPr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4" name="bootrom-t1: 启动代码">
            <a:extLst>
              <a:ext uri="{FF2B5EF4-FFF2-40B4-BE49-F238E27FC236}">
                <a16:creationId xmlns:a16="http://schemas.microsoft.com/office/drawing/2014/main" id="{F8286835-8525-47EA-B68D-4837F863BC54}"/>
              </a:ext>
            </a:extLst>
          </p:cNvPr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965" name="uart-t0: UART">
            <a:extLst>
              <a:ext uri="{FF2B5EF4-FFF2-40B4-BE49-F238E27FC236}">
                <a16:creationId xmlns:a16="http://schemas.microsoft.com/office/drawing/2014/main" id="{054C4710-0393-4D18-9BA3-4A89B19E09E2}"/>
              </a:ext>
            </a:extLst>
          </p:cNvPr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66" name="uart-t1: 串口控制">
            <a:extLst>
              <a:ext uri="{FF2B5EF4-FFF2-40B4-BE49-F238E27FC236}">
                <a16:creationId xmlns:a16="http://schemas.microsoft.com/office/drawing/2014/main" id="{F173D011-CB8E-45D5-B940-A5105A322008}"/>
              </a:ext>
            </a:extLst>
          </p:cNvPr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967" name="vga-regs-t0: VGA 配置">
            <a:extLst>
              <a:ext uri="{FF2B5EF4-FFF2-40B4-BE49-F238E27FC236}">
                <a16:creationId xmlns:a16="http://schemas.microsoft.com/office/drawing/2014/main" id="{72857935-2CE6-4A88-ADA7-5531432C7F9D}"/>
              </a:ext>
            </a:extLst>
          </p:cNvPr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968" name="vga-regs-t1: 时序 / 帧地址">
            <a:extLst>
              <a:ext uri="{FF2B5EF4-FFF2-40B4-BE49-F238E27FC236}">
                <a16:creationId xmlns:a16="http://schemas.microsoft.com/office/drawing/2014/main" id="{6B708CC4-2F34-47B5-A224-B92D1257D224}"/>
              </a:ext>
            </a:extLst>
          </p:cNvPr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969" name="irq-router-t0: IRQ router">
            <a:extLst>
              <a:ext uri="{FF2B5EF4-FFF2-40B4-BE49-F238E27FC236}">
                <a16:creationId xmlns:a16="http://schemas.microsoft.com/office/drawing/2014/main" id="{6DDBB7E3-F0E6-4EBE-824D-AB3FF92F8687}"/>
              </a:ext>
            </a:extLst>
          </p:cNvPr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970" name="irq-router-t1: 可选中断路由">
            <a:extLst>
              <a:ext uri="{FF2B5EF4-FFF2-40B4-BE49-F238E27FC236}">
                <a16:creationId xmlns:a16="http://schemas.microsoft.com/office/drawing/2014/main" id="{31444F6F-A6B7-47FB-873A-B0E57673F825}"/>
              </a:ext>
            </a:extLst>
          </p:cNvPr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971" name="clint-t0: CLINT">
            <a:extLst>
              <a:ext uri="{FF2B5EF4-FFF2-40B4-BE49-F238E27FC236}">
                <a16:creationId xmlns:a16="http://schemas.microsoft.com/office/drawing/2014/main" id="{476B6267-7C5E-4AD0-9E29-9A2EC54B3995}"/>
              </a:ext>
            </a:extLst>
          </p:cNvPr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2" name="clint-t1: 软件 / 定时中断">
            <a:extLst>
              <a:ext uri="{FF2B5EF4-FFF2-40B4-BE49-F238E27FC236}">
                <a16:creationId xmlns:a16="http://schemas.microsoft.com/office/drawing/2014/main" id="{DBAE6471-272F-4CAA-889D-ADB8852758DD}"/>
              </a:ext>
            </a:extLst>
          </p:cNvPr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973" name="i2c-t0: I²C">
            <a:extLst>
              <a:ext uri="{FF2B5EF4-FFF2-40B4-BE49-F238E27FC236}">
                <a16:creationId xmlns:a16="http://schemas.microsoft.com/office/drawing/2014/main" id="{A4E3EDC5-A71D-45FD-8ECB-D9AC67413B9A}"/>
              </a:ext>
            </a:extLst>
          </p:cNvPr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974" name="i2c-t1: 两线串行接口">
            <a:extLst>
              <a:ext uri="{FF2B5EF4-FFF2-40B4-BE49-F238E27FC236}">
                <a16:creationId xmlns:a16="http://schemas.microsoft.com/office/drawing/2014/main" id="{9E019E41-B342-48E5-81BC-77CA9FF2CEA7}"/>
              </a:ext>
            </a:extLst>
          </p:cNvPr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975" name="usb-regs-t0: USB 配置">
            <a:extLst>
              <a:ext uri="{FF2B5EF4-FFF2-40B4-BE49-F238E27FC236}">
                <a16:creationId xmlns:a16="http://schemas.microsoft.com/office/drawing/2014/main" id="{CEA79B78-FF20-4953-BDF1-42B84A8D8A5A}"/>
              </a:ext>
            </a:extLst>
          </p:cNvPr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976" name="usb-regs-t1: OHCI 寄存器">
            <a:extLst>
              <a:ext uri="{FF2B5EF4-FFF2-40B4-BE49-F238E27FC236}">
                <a16:creationId xmlns:a16="http://schemas.microsoft.com/office/drawing/2014/main" id="{64C8F84B-4E47-4DD9-AD77-1D455798AAD4}"/>
              </a:ext>
            </a:extLst>
          </p:cNvPr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977" name="axi-rt-config-t0: AXI RT 配置">
            <a:extLst>
              <a:ext uri="{FF2B5EF4-FFF2-40B4-BE49-F238E27FC236}">
                <a16:creationId xmlns:a16="http://schemas.microsoft.com/office/drawing/2014/main" id="{A9D2F66B-3B83-4846-8EEF-8DFD637AA59C}"/>
              </a:ext>
            </a:extLst>
          </p:cNvPr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978" name="axi-rt-config-t1: 可选流量调节">
            <a:extLst>
              <a:ext uri="{FF2B5EF4-FFF2-40B4-BE49-F238E27FC236}">
                <a16:creationId xmlns:a16="http://schemas.microsoft.com/office/drawing/2014/main" id="{E47ADFA0-CA31-4B21-BC3F-3FEB92CD3A99}"/>
              </a:ext>
            </a:extLst>
          </p:cNvPr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979" name="soc-regs-t0: SoC 寄存器">
            <a:extLst>
              <a:ext uri="{FF2B5EF4-FFF2-40B4-BE49-F238E27FC236}">
                <a16:creationId xmlns:a16="http://schemas.microsoft.com/office/drawing/2014/main" id="{74EE881B-B561-4CA4-9823-AC8BDE4D323C}"/>
              </a:ext>
            </a:extLst>
          </p:cNvPr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80" name="soc-regs-t1: 平台信息 / scratch">
            <a:extLst>
              <a:ext uri="{FF2B5EF4-FFF2-40B4-BE49-F238E27FC236}">
                <a16:creationId xmlns:a16="http://schemas.microsoft.com/office/drawing/2014/main" id="{4E347AC1-6A59-4E3D-9831-7B905D0ED2D9}"/>
              </a:ext>
            </a:extLst>
          </p:cNvPr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981" name="spi-t0: SPI Host">
            <a:extLst>
              <a:ext uri="{FF2B5EF4-FFF2-40B4-BE49-F238E27FC236}">
                <a16:creationId xmlns:a16="http://schemas.microsoft.com/office/drawing/2014/main" id="{E7C07DB2-0664-4FA4-BE53-D3FEE8C2C934}"/>
              </a:ext>
            </a:extLst>
          </p:cNvPr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82" name="spi-t1: Flash / SD">
            <a:extLst>
              <a:ext uri="{FF2B5EF4-FFF2-40B4-BE49-F238E27FC236}">
                <a16:creationId xmlns:a16="http://schemas.microsoft.com/office/drawing/2014/main" id="{41CB1E3C-E7D4-4129-9EA5-6615855DC279}"/>
              </a:ext>
            </a:extLst>
          </p:cNvPr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983" name="err-vga-t0: Bus-error · VGA">
            <a:extLst>
              <a:ext uri="{FF2B5EF4-FFF2-40B4-BE49-F238E27FC236}">
                <a16:creationId xmlns:a16="http://schemas.microsoft.com/office/drawing/2014/main" id="{C25B8472-195F-4E71-9C79-8E61947C92DB}"/>
              </a:ext>
            </a:extLst>
          </p:cNvPr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984" name="err-vga-t1: 错误记录">
            <a:extLst>
              <a:ext uri="{FF2B5EF4-FFF2-40B4-BE49-F238E27FC236}">
                <a16:creationId xmlns:a16="http://schemas.microsoft.com/office/drawing/2014/main" id="{C863C9B2-A41E-4204-B77A-105239490701}"/>
              </a:ext>
            </a:extLst>
          </p:cNvPr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985" name="clic-t0: CLIC">
            <a:extLst>
              <a:ext uri="{FF2B5EF4-FFF2-40B4-BE49-F238E27FC236}">
                <a16:creationId xmlns:a16="http://schemas.microsoft.com/office/drawing/2014/main" id="{DA0950EB-5D11-4F8F-8045-59DDFD8C78D7}"/>
              </a:ext>
            </a:extLst>
          </p:cNvPr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986" name="clic-t1: 可选每核中断控制">
            <a:extLst>
              <a:ext uri="{FF2B5EF4-FFF2-40B4-BE49-F238E27FC236}">
                <a16:creationId xmlns:a16="http://schemas.microsoft.com/office/drawing/2014/main" id="{7A63008F-9740-42CE-8DC5-92762F0A7EA6}"/>
              </a:ext>
            </a:extLst>
          </p:cNvPr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987" name="plic-t0: PLIC">
            <a:extLst>
              <a:ext uri="{FF2B5EF4-FFF2-40B4-BE49-F238E27FC236}">
                <a16:creationId xmlns:a16="http://schemas.microsoft.com/office/drawing/2014/main" id="{898CC080-C2D1-4088-B734-17F96453A41F}"/>
              </a:ext>
            </a:extLst>
          </p:cNvPr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88" name="plic-t1: 外部中断控制">
            <a:extLst>
              <a:ext uri="{FF2B5EF4-FFF2-40B4-BE49-F238E27FC236}">
                <a16:creationId xmlns:a16="http://schemas.microsoft.com/office/drawing/2014/main" id="{31591D9A-2D3A-4335-A2F4-694E58CAF9B9}"/>
              </a:ext>
            </a:extLst>
          </p:cNvPr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989" name="gpio-t0: GPIO">
            <a:extLst>
              <a:ext uri="{FF2B5EF4-FFF2-40B4-BE49-F238E27FC236}">
                <a16:creationId xmlns:a16="http://schemas.microsoft.com/office/drawing/2014/main" id="{F3DF8E50-1774-4F0E-8C58-78F888859F30}"/>
              </a:ext>
            </a:extLst>
          </p:cNvPr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0" name="gpio-t1: 通用 IO">
            <a:extLst>
              <a:ext uri="{FF2B5EF4-FFF2-40B4-BE49-F238E27FC236}">
                <a16:creationId xmlns:a16="http://schemas.microsoft.com/office/drawing/2014/main" id="{2D05A8DA-2046-49ED-A223-44C5BFD0A5CF}"/>
              </a:ext>
            </a:extLst>
          </p:cNvPr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991" name="err-dma-t0: Bus-error · iDMA">
            <a:extLst>
              <a:ext uri="{FF2B5EF4-FFF2-40B4-BE49-F238E27FC236}">
                <a16:creationId xmlns:a16="http://schemas.microsoft.com/office/drawing/2014/main" id="{4F813C7B-128B-4583-BBA5-F81F78C6DABF}"/>
              </a:ext>
            </a:extLst>
          </p:cNvPr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992" name="err-dma-t1: 每传输错误记录">
            <a:extLst>
              <a:ext uri="{FF2B5EF4-FFF2-40B4-BE49-F238E27FC236}">
                <a16:creationId xmlns:a16="http://schemas.microsoft.com/office/drawing/2014/main" id="{205547AB-5722-458E-AB97-C24568910109}"/>
              </a:ext>
            </a:extLst>
          </p:cNvPr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993" name="reg-error-t0: reg_err_slv">
            <a:extLst>
              <a:ext uri="{FF2B5EF4-FFF2-40B4-BE49-F238E27FC236}">
                <a16:creationId xmlns:a16="http://schemas.microsoft.com/office/drawing/2014/main" id="{4DB8A7CE-2486-448D-98E0-3397F76E84C9}"/>
              </a:ext>
            </a:extLst>
          </p:cNvPr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994" name="reg-error-t1: 未匹配地址">
            <a:extLst>
              <a:ext uri="{FF2B5EF4-FFF2-40B4-BE49-F238E27FC236}">
                <a16:creationId xmlns:a16="http://schemas.microsoft.com/office/drawing/2014/main" id="{801EB1B0-02C8-422E-AAAD-E9B6D26F8F4B}"/>
              </a:ext>
            </a:extLst>
          </p:cNvPr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995" name="llc-regs-t0: LLC 配置">
            <a:extLst>
              <a:ext uri="{FF2B5EF4-FFF2-40B4-BE49-F238E27FC236}">
                <a16:creationId xmlns:a16="http://schemas.microsoft.com/office/drawing/2014/main" id="{8C187D0A-0ADF-4E2E-86F7-62B13F163401}"/>
              </a:ext>
            </a:extLst>
          </p:cNvPr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96" name="llc-regs-t1: SPM way / cache">
            <a:extLst>
              <a:ext uri="{FF2B5EF4-FFF2-40B4-BE49-F238E27FC236}">
                <a16:creationId xmlns:a16="http://schemas.microsoft.com/office/drawing/2014/main" id="{32F80366-5989-4A14-8112-3A2A070775B3}"/>
              </a:ext>
            </a:extLst>
          </p:cNvPr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997" name="slink-regs-t0: Serial Link 配置">
            <a:extLst>
              <a:ext uri="{FF2B5EF4-FFF2-40B4-BE49-F238E27FC236}">
                <a16:creationId xmlns:a16="http://schemas.microsoft.com/office/drawing/2014/main" id="{D00E0DF2-C577-490C-93A2-209D81130012}"/>
              </a:ext>
            </a:extLst>
          </p:cNvPr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998" name="slink-regs-t1: 链路控制">
            <a:extLst>
              <a:ext uri="{FF2B5EF4-FFF2-40B4-BE49-F238E27FC236}">
                <a16:creationId xmlns:a16="http://schemas.microsoft.com/office/drawing/2014/main" id="{079EF3A2-EE38-4854-9848-6623AA06F466}"/>
              </a:ext>
            </a:extLst>
          </p:cNvPr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999" name="err-cpu-t0: Bus-error · CPU">
            <a:extLst>
              <a:ext uri="{FF2B5EF4-FFF2-40B4-BE49-F238E27FC236}">
                <a16:creationId xmlns:a16="http://schemas.microsoft.com/office/drawing/2014/main" id="{D04AECAE-F40A-4AFF-B7DE-260E29BC2ADA}"/>
              </a:ext>
            </a:extLst>
          </p:cNvPr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00" name="err-cpu-t1: 每核错误记录">
            <a:extLst>
              <a:ext uri="{FF2B5EF4-FFF2-40B4-BE49-F238E27FC236}">
                <a16:creationId xmlns:a16="http://schemas.microsoft.com/office/drawing/2014/main" id="{ECA7BF3F-75D6-47D4-8FB3-ADDD14EBBC5E}"/>
              </a:ext>
            </a:extLst>
          </p:cNvPr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001" name="reg-ext-t0: RegExt 扩展">
            <a:extLst>
              <a:ext uri="{FF2B5EF4-FFF2-40B4-BE49-F238E27FC236}">
                <a16:creationId xmlns:a16="http://schemas.microsoft.com/office/drawing/2014/main" id="{6019AA65-2EA1-4EA2-990C-B0875A11F723}"/>
              </a:ext>
            </a:extLst>
          </p:cNvPr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557" name="reg-ext-t1: 新增 IP 配置出口">
            <a:extLst>
              <a:ext uri="{FF2B5EF4-FFF2-40B4-BE49-F238E27FC236}">
                <a16:creationId xmlns:a16="http://schemas.microsoft.com/office/drawing/2014/main" id="{7A76140F-1FCE-4B53-BD5D-29D08AD45D32}"/>
              </a:ext>
            </a:extLst>
          </p:cNvPr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558" name="ddr-S0-t0: DDR.S0">
            <a:extLst>
              <a:ext uri="{FF2B5EF4-FFF2-40B4-BE49-F238E27FC236}">
                <a16:creationId xmlns:a16="http://schemas.microsoft.com/office/drawing/2014/main" id="{D4462236-2852-42F9-A143-1FCCB51DC88D}"/>
              </a:ext>
            </a:extLst>
          </p:cNvPr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559" name="ddr-S1-t0: DDR.S1">
            <a:extLst>
              <a:ext uri="{FF2B5EF4-FFF2-40B4-BE49-F238E27FC236}">
                <a16:creationId xmlns:a16="http://schemas.microsoft.com/office/drawing/2014/main" id="{78DBB1D6-C10F-460C-846D-6623CEA849AE}"/>
              </a:ext>
            </a:extLst>
          </p:cNvPr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560" name="ddr-S2-t0: DDR.S2">
            <a:extLst>
              <a:ext uri="{FF2B5EF4-FFF2-40B4-BE49-F238E27FC236}">
                <a16:creationId xmlns:a16="http://schemas.microsoft.com/office/drawing/2014/main" id="{8EA3B170-9BC9-4C5E-8B36-A6BF9070A9C5}"/>
              </a:ext>
            </a:extLst>
          </p:cNvPr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561" name="ddr-S3-t0: DDR.S3">
            <a:extLst>
              <a:ext uri="{FF2B5EF4-FFF2-40B4-BE49-F238E27FC236}">
                <a16:creationId xmlns:a16="http://schemas.microsoft.com/office/drawing/2014/main" id="{4E3C296E-DEE7-43ED-9673-7771E51ED0B9}"/>
              </a:ext>
            </a:extLst>
          </p:cNvPr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562" name="ddr-arb-t0: 四口仲裁 / QoS · 共享 DDR 带宽">
            <a:extLst>
              <a:ext uri="{FF2B5EF4-FFF2-40B4-BE49-F238E27FC236}">
                <a16:creationId xmlns:a16="http://schemas.microsoft.com/office/drawing/2014/main" id="{BB596A84-2B5E-4FD6-8AC4-9F83A547E4A6}"/>
              </a:ext>
            </a:extLst>
          </p:cNvPr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563" name="ddr-rw-t0: 读写调度 · Bank / Row">
            <a:extLst>
              <a:ext uri="{FF2B5EF4-FFF2-40B4-BE49-F238E27FC236}">
                <a16:creationId xmlns:a16="http://schemas.microsoft.com/office/drawing/2014/main" id="{F2FFA91F-D040-413C-A887-AD59736B5180}"/>
              </a:ext>
            </a:extLst>
          </p:cNvPr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564" name="ddr-command-t0: 命令调度 · Controller → PHY">
            <a:extLst>
              <a:ext uri="{FF2B5EF4-FFF2-40B4-BE49-F238E27FC236}">
                <a16:creationId xmlns:a16="http://schemas.microsoft.com/office/drawing/2014/main" id="{714AA4A2-2B0B-4F76-9FB7-A25DFE875964}"/>
              </a:ext>
            </a:extLst>
          </p:cNvPr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565" name="ddr-title: DDR Controller · 4 个 AXI slave">
            <a:extLst>
              <a:ext uri="{FF2B5EF4-FFF2-40B4-BE49-F238E27FC236}">
                <a16:creationId xmlns:a16="http://schemas.microsoft.com/office/drawing/2014/main" id="{65618D87-8F88-4E82-BB78-EFA846D6EF3E}"/>
              </a:ext>
            </a:extLst>
          </p:cNvPr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566" name="badge-C2-text: C2">
            <a:extLst>
              <a:ext uri="{FF2B5EF4-FFF2-40B4-BE49-F238E27FC236}">
                <a16:creationId xmlns:a16="http://schemas.microsoft.com/office/drawing/2014/main" id="{82087773-B155-4120-A814-172E11D95805}"/>
              </a:ext>
            </a:extLst>
          </p:cNvPr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567" name="ddr-phy-t0: DDR PHY">
            <a:extLst>
              <a:ext uri="{FF2B5EF4-FFF2-40B4-BE49-F238E27FC236}">
                <a16:creationId xmlns:a16="http://schemas.microsoft.com/office/drawing/2014/main" id="{F8A17B56-C621-4114-A917-58F9799C7183}"/>
              </a:ext>
            </a:extLst>
          </p:cNvPr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568" name="ddr-phy-t1: 训练 / 校准">
            <a:extLst>
              <a:ext uri="{FF2B5EF4-FFF2-40B4-BE49-F238E27FC236}">
                <a16:creationId xmlns:a16="http://schemas.microsoft.com/office/drawing/2014/main" id="{A4A6BF66-DA0D-4223-BADB-3C1311CE5B9E}"/>
              </a:ext>
            </a:extLst>
          </p:cNvPr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569" name="badge-C3-text: C3">
            <a:extLst>
              <a:ext uri="{FF2B5EF4-FFF2-40B4-BE49-F238E27FC236}">
                <a16:creationId xmlns:a16="http://schemas.microsoft.com/office/drawing/2014/main" id="{659C2192-51A0-4BBB-A98D-842B655C8D17}"/>
              </a:ext>
            </a:extLst>
          </p:cNvPr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570" name="ddr-device-t0: DDR">
            <a:extLst>
              <a:ext uri="{FF2B5EF4-FFF2-40B4-BE49-F238E27FC236}">
                <a16:creationId xmlns:a16="http://schemas.microsoft.com/office/drawing/2014/main" id="{194A7EBE-DC24-48F9-AF64-E6A4BAC74BED}"/>
              </a:ext>
            </a:extLst>
          </p:cNvPr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571" name="ddr-device-t1: 片外器件">
            <a:extLst>
              <a:ext uri="{FF2B5EF4-FFF2-40B4-BE49-F238E27FC236}">
                <a16:creationId xmlns:a16="http://schemas.microsoft.com/office/drawing/2014/main" id="{C3015E14-9D88-43F9-83B0-A913646AD8F5}"/>
              </a:ext>
            </a:extLst>
          </p:cNvPr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572" name="roi-title: 图像裁切输出">
            <a:extLst>
              <a:ext uri="{FF2B5EF4-FFF2-40B4-BE49-F238E27FC236}">
                <a16:creationId xmlns:a16="http://schemas.microsoft.com/office/drawing/2014/main" id="{C19B1B16-F54F-40C8-9255-B64D38285753}"/>
              </a:ext>
            </a:extLst>
          </p:cNvPr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573" name="roi-count: ≤256 ROI / 帧">
            <a:extLst>
              <a:ext uri="{FF2B5EF4-FFF2-40B4-BE49-F238E27FC236}">
                <a16:creationId xmlns:a16="http://schemas.microsoft.com/office/drawing/2014/main" id="{536BE220-D6DB-4853-8760-526877F2D1A9}"/>
              </a:ext>
            </a:extLst>
          </p:cNvPr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574" name="roi-no-scale: 纯裁切 · 不缩放">
            <a:extLst>
              <a:ext uri="{FF2B5EF4-FFF2-40B4-BE49-F238E27FC236}">
                <a16:creationId xmlns:a16="http://schemas.microsoft.com/office/drawing/2014/main" id="{41B3F5B5-641C-4BD9-82E8-6CD4D60BFDE3}"/>
              </a:ext>
            </a:extLst>
          </p:cNvPr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575" name="pll-title: PLL / 时钟与复位分发">
            <a:extLst>
              <a:ext uri="{FF2B5EF4-FFF2-40B4-BE49-F238E27FC236}">
                <a16:creationId xmlns:a16="http://schemas.microsoft.com/office/drawing/2014/main" id="{99507560-8545-442A-B507-2B8A391E2D52}"/>
              </a:ext>
            </a:extLst>
          </p:cNvPr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576" name="badge-C1-text: C1">
            <a:extLst>
              <a:ext uri="{FF2B5EF4-FFF2-40B4-BE49-F238E27FC236}">
                <a16:creationId xmlns:a16="http://schemas.microsoft.com/office/drawing/2014/main" id="{6964F36A-E2F4-430D-854A-CEC8316FFAF2}"/>
              </a:ext>
            </a:extLst>
          </p:cNvPr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577" name="pll-interface: RefClk / POR → clk_i / rst_ni">
            <a:extLst>
              <a:ext uri="{FF2B5EF4-FFF2-40B4-BE49-F238E27FC236}">
                <a16:creationId xmlns:a16="http://schemas.microsoft.com/office/drawing/2014/main" id="{14C3A36B-EC0E-42B9-8395-165A99414CE7}"/>
              </a:ext>
            </a:extLst>
          </p:cNvPr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78" name="reg-badge-C1-text: C1">
            <a:extLst>
              <a:ext uri="{FF2B5EF4-FFF2-40B4-BE49-F238E27FC236}">
                <a16:creationId xmlns:a16="http://schemas.microsoft.com/office/drawing/2014/main" id="{F36FA0E7-1A52-47A7-A1AE-CAF88F8A9463}"/>
              </a:ext>
            </a:extLst>
          </p:cNvPr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579" name="config-C1-title-0: PLL / 时钟">
            <a:extLst>
              <a:ext uri="{FF2B5EF4-FFF2-40B4-BE49-F238E27FC236}">
                <a16:creationId xmlns:a16="http://schemas.microsoft.com/office/drawing/2014/main" id="{6DB68D76-B6C6-4CF6-A994-A81314528CF8}"/>
              </a:ext>
            </a:extLst>
          </p:cNvPr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580" name="config-C1-title-1: 复位">
            <a:extLst>
              <a:ext uri="{FF2B5EF4-FFF2-40B4-BE49-F238E27FC236}">
                <a16:creationId xmlns:a16="http://schemas.microsoft.com/office/drawing/2014/main" id="{3C16BA53-0D64-42D5-907A-ED5F0B3D1527}"/>
              </a:ext>
            </a:extLst>
          </p:cNvPr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581" name="reg-badge-C2-text: C2">
            <a:extLst>
              <a:ext uri="{FF2B5EF4-FFF2-40B4-BE49-F238E27FC236}">
                <a16:creationId xmlns:a16="http://schemas.microsoft.com/office/drawing/2014/main" id="{F6448F2C-6648-4C50-8384-F1622A62D1D3}"/>
              </a:ext>
            </a:extLst>
          </p:cNvPr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582" name="config-C2-title-0: DDR">
            <a:extLst>
              <a:ext uri="{FF2B5EF4-FFF2-40B4-BE49-F238E27FC236}">
                <a16:creationId xmlns:a16="http://schemas.microsoft.com/office/drawing/2014/main" id="{B56AC1D6-8451-4EBD-9CF5-619B9007B7C3}"/>
              </a:ext>
            </a:extLst>
          </p:cNvPr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583" name="config-C2-title-1: Controller">
            <a:extLst>
              <a:ext uri="{FF2B5EF4-FFF2-40B4-BE49-F238E27FC236}">
                <a16:creationId xmlns:a16="http://schemas.microsoft.com/office/drawing/2014/main" id="{B28D559D-4DD8-4CBA-A786-8A5D67EA1E13}"/>
              </a:ext>
            </a:extLst>
          </p:cNvPr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584" name="reg-badge-C3-text: C3">
            <a:extLst>
              <a:ext uri="{FF2B5EF4-FFF2-40B4-BE49-F238E27FC236}">
                <a16:creationId xmlns:a16="http://schemas.microsoft.com/office/drawing/2014/main" id="{32D9179B-6370-467A-B4E1-806763C544B5}"/>
              </a:ext>
            </a:extLst>
          </p:cNvPr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585" name="config-C3-title-0: DDR">
            <a:extLst>
              <a:ext uri="{FF2B5EF4-FFF2-40B4-BE49-F238E27FC236}">
                <a16:creationId xmlns:a16="http://schemas.microsoft.com/office/drawing/2014/main" id="{09A10B74-C769-4681-AE15-602CC2F2E8A4}"/>
              </a:ext>
            </a:extLst>
          </p:cNvPr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586" name="config-C3-title-1: PHY">
            <a:extLst>
              <a:ext uri="{FF2B5EF4-FFF2-40B4-BE49-F238E27FC236}">
                <a16:creationId xmlns:a16="http://schemas.microsoft.com/office/drawing/2014/main" id="{DA1DD1F7-E390-4B99-87DE-46449C6150E7}"/>
              </a:ext>
            </a:extLst>
          </p:cNvPr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587" name="reg-badge-C4-text: C4">
            <a:extLst>
              <a:ext uri="{FF2B5EF4-FFF2-40B4-BE49-F238E27FC236}">
                <a16:creationId xmlns:a16="http://schemas.microsoft.com/office/drawing/2014/main" id="{0B04F4E1-1CEC-4658-84FC-127286FE4E98}"/>
              </a:ext>
            </a:extLst>
          </p:cNvPr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588" name="config-C4-title-0: LVDS">
            <a:extLst>
              <a:ext uri="{FF2B5EF4-FFF2-40B4-BE49-F238E27FC236}">
                <a16:creationId xmlns:a16="http://schemas.microsoft.com/office/drawing/2014/main" id="{DD707BB7-81B0-4E44-9D5A-4044BD0EC512}"/>
              </a:ext>
            </a:extLst>
          </p:cNvPr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89" name="config-C4-title-1: RX">
            <a:extLst>
              <a:ext uri="{FF2B5EF4-FFF2-40B4-BE49-F238E27FC236}">
                <a16:creationId xmlns:a16="http://schemas.microsoft.com/office/drawing/2014/main" id="{90B34D92-5795-4D9F-AA14-21088EA58C6D}"/>
              </a:ext>
            </a:extLst>
          </p:cNvPr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590" name="reg-badge-C9-text: C9">
            <a:extLst>
              <a:ext uri="{FF2B5EF4-FFF2-40B4-BE49-F238E27FC236}">
                <a16:creationId xmlns:a16="http://schemas.microsoft.com/office/drawing/2014/main" id="{51B0D72C-FDEC-4EA0-94DE-07CAB44AA5A3}"/>
              </a:ext>
            </a:extLst>
          </p:cNvPr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591" name="config-C9-title-0: ISP">
            <a:extLst>
              <a:ext uri="{FF2B5EF4-FFF2-40B4-BE49-F238E27FC236}">
                <a16:creationId xmlns:a16="http://schemas.microsoft.com/office/drawing/2014/main" id="{45E7BBCF-8A90-4684-B3F1-21EB3EB14BDD}"/>
              </a:ext>
            </a:extLst>
          </p:cNvPr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592" name="reg-badge-C10-text: C10">
            <a:extLst>
              <a:ext uri="{FF2B5EF4-FFF2-40B4-BE49-F238E27FC236}">
                <a16:creationId xmlns:a16="http://schemas.microsoft.com/office/drawing/2014/main" id="{CCE9561A-650E-4840-9F24-D3B5A9D06A95}"/>
              </a:ext>
            </a:extLst>
          </p:cNvPr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593" name="config-C10-title-0: NPU">
            <a:extLst>
              <a:ext uri="{FF2B5EF4-FFF2-40B4-BE49-F238E27FC236}">
                <a16:creationId xmlns:a16="http://schemas.microsoft.com/office/drawing/2014/main" id="{C0D17F54-504A-4171-AE2E-DB73E84FEA3D}"/>
              </a:ext>
            </a:extLst>
          </p:cNvPr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594" name="config-C10-title-1: 计算">
            <a:extLst>
              <a:ext uri="{FF2B5EF4-FFF2-40B4-BE49-F238E27FC236}">
                <a16:creationId xmlns:a16="http://schemas.microsoft.com/office/drawing/2014/main" id="{B0489E1F-BDD4-435C-9BEA-3D8C3FBE8B09}"/>
              </a:ext>
            </a:extLst>
          </p:cNvPr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595" name="reg-badge-C11-text: C11">
            <a:extLst>
              <a:ext uri="{FF2B5EF4-FFF2-40B4-BE49-F238E27FC236}">
                <a16:creationId xmlns:a16="http://schemas.microsoft.com/office/drawing/2014/main" id="{16893CA9-6359-4674-AA39-176EA45CC5BD}"/>
              </a:ext>
            </a:extLst>
          </p:cNvPr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96" name="config-C11-title-0: GB">
            <a:extLst>
              <a:ext uri="{FF2B5EF4-FFF2-40B4-BE49-F238E27FC236}">
                <a16:creationId xmlns:a16="http://schemas.microsoft.com/office/drawing/2014/main" id="{09A44406-3FF9-43AF-B487-2763B925862A}"/>
              </a:ext>
            </a:extLst>
          </p:cNvPr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597" name="config-C11-title-1: 搬运">
            <a:extLst>
              <a:ext uri="{FF2B5EF4-FFF2-40B4-BE49-F238E27FC236}">
                <a16:creationId xmlns:a16="http://schemas.microsoft.com/office/drawing/2014/main" id="{4FC56AD2-94FF-4D73-A1B1-E08AD380FB69}"/>
              </a:ext>
            </a:extLst>
          </p:cNvPr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598" name="reg-badge-C6-text: C6">
            <a:extLst>
              <a:ext uri="{FF2B5EF4-FFF2-40B4-BE49-F238E27FC236}">
                <a16:creationId xmlns:a16="http://schemas.microsoft.com/office/drawing/2014/main" id="{39B3D72B-87D4-41B6-8EB7-786E62947EAD}"/>
              </a:ext>
            </a:extLst>
          </p:cNvPr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599" name="config-C6-title-0: 帧写入">
            <a:extLst>
              <a:ext uri="{FF2B5EF4-FFF2-40B4-BE49-F238E27FC236}">
                <a16:creationId xmlns:a16="http://schemas.microsoft.com/office/drawing/2014/main" id="{6FB9BE8C-1864-4DDE-9804-629F9712D157}"/>
              </a:ext>
            </a:extLst>
          </p:cNvPr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600" name="config-C6-title-1: DMA">
            <a:extLst>
              <a:ext uri="{FF2B5EF4-FFF2-40B4-BE49-F238E27FC236}">
                <a16:creationId xmlns:a16="http://schemas.microsoft.com/office/drawing/2014/main" id="{BFDF101B-EB27-429E-9533-762670AE20D0}"/>
              </a:ext>
            </a:extLst>
          </p:cNvPr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601" name="reg-badge-C12-text: C12">
            <a:extLst>
              <a:ext uri="{FF2B5EF4-FFF2-40B4-BE49-F238E27FC236}">
                <a16:creationId xmlns:a16="http://schemas.microsoft.com/office/drawing/2014/main" id="{38275128-0C2E-49DF-B6BC-4B5618732CA8}"/>
              </a:ext>
            </a:extLst>
          </p:cNvPr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602" name="config-C12-title-0: GB">
            <a:extLst>
              <a:ext uri="{FF2B5EF4-FFF2-40B4-BE49-F238E27FC236}">
                <a16:creationId xmlns:a16="http://schemas.microsoft.com/office/drawing/2014/main" id="{CBA226AF-F3E7-4376-932D-F9FDD3BE10C9}"/>
              </a:ext>
            </a:extLst>
          </p:cNvPr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603" name="config-C12-title-1: 管理">
            <a:extLst>
              <a:ext uri="{FF2B5EF4-FFF2-40B4-BE49-F238E27FC236}">
                <a16:creationId xmlns:a16="http://schemas.microsoft.com/office/drawing/2014/main" id="{6AB493CE-4460-47F0-98EF-E9F3CA7656BA}"/>
              </a:ext>
            </a:extLst>
          </p:cNvPr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604" name="reg-badge-C13-text: C13">
            <a:extLst>
              <a:ext uri="{FF2B5EF4-FFF2-40B4-BE49-F238E27FC236}">
                <a16:creationId xmlns:a16="http://schemas.microsoft.com/office/drawing/2014/main" id="{635BF276-6FD9-4CCD-81F8-E0D4A4EEC484}"/>
              </a:ext>
            </a:extLst>
          </p:cNvPr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605" name="config-C13-title-0: eMMC Host">
            <a:extLst>
              <a:ext uri="{FF2B5EF4-FFF2-40B4-BE49-F238E27FC236}">
                <a16:creationId xmlns:a16="http://schemas.microsoft.com/office/drawing/2014/main" id="{6C7E6E1B-1BE1-4B44-AFBF-C5A29553E7E8}"/>
              </a:ext>
            </a:extLst>
          </p:cNvPr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606" name="config-C13-title-1: / DMA">
            <a:extLst>
              <a:ext uri="{FF2B5EF4-FFF2-40B4-BE49-F238E27FC236}">
                <a16:creationId xmlns:a16="http://schemas.microsoft.com/office/drawing/2014/main" id="{C170CFDE-5F90-4C43-9120-39D23D1AF354}"/>
              </a:ext>
            </a:extLst>
          </p:cNvPr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607" name="reg-badge-C8-text: C8">
            <a:extLst>
              <a:ext uri="{FF2B5EF4-FFF2-40B4-BE49-F238E27FC236}">
                <a16:creationId xmlns:a16="http://schemas.microsoft.com/office/drawing/2014/main" id="{D6DB0429-6E60-405A-B0ED-CBC9D39464D6}"/>
              </a:ext>
            </a:extLst>
          </p:cNvPr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608" name="config-C8-title-0: ROI 任务">
            <a:extLst>
              <a:ext uri="{FF2B5EF4-FFF2-40B4-BE49-F238E27FC236}">
                <a16:creationId xmlns:a16="http://schemas.microsoft.com/office/drawing/2014/main" id="{F1AE1838-2602-4053-9382-D0C5C33E5782}"/>
              </a:ext>
            </a:extLst>
          </p:cNvPr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609" name="config-C8-title-1: / 调度">
            <a:extLst>
              <a:ext uri="{FF2B5EF4-FFF2-40B4-BE49-F238E27FC236}">
                <a16:creationId xmlns:a16="http://schemas.microsoft.com/office/drawing/2014/main" id="{53269513-CCA2-4971-9E49-9FF2246C9E4F}"/>
              </a:ext>
            </a:extLst>
          </p:cNvPr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610" name="reg-badge-C14-text: C14">
            <a:extLst>
              <a:ext uri="{FF2B5EF4-FFF2-40B4-BE49-F238E27FC236}">
                <a16:creationId xmlns:a16="http://schemas.microsoft.com/office/drawing/2014/main" id="{B7F59059-6963-4DA9-BD67-882708542D0D}"/>
              </a:ext>
            </a:extLst>
          </p:cNvPr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611" name="config-C14-title-0: 压缩公共">
            <a:extLst>
              <a:ext uri="{FF2B5EF4-FFF2-40B4-BE49-F238E27FC236}">
                <a16:creationId xmlns:a16="http://schemas.microsoft.com/office/drawing/2014/main" id="{CEAB0689-084A-4196-AD05-70D2D1E8EDC9}"/>
              </a:ext>
            </a:extLst>
          </p:cNvPr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612" name="config-C14-title-1: 控制">
            <a:extLst>
              <a:ext uri="{FF2B5EF4-FFF2-40B4-BE49-F238E27FC236}">
                <a16:creationId xmlns:a16="http://schemas.microsoft.com/office/drawing/2014/main" id="{3CCE7BEA-E2DC-417D-BB41-B9780826E9BA}"/>
              </a:ext>
            </a:extLst>
          </p:cNvPr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613" name="reg-badge-C7-text: C7">
            <a:extLst>
              <a:ext uri="{FF2B5EF4-FFF2-40B4-BE49-F238E27FC236}">
                <a16:creationId xmlns:a16="http://schemas.microsoft.com/office/drawing/2014/main" id="{A46F5CDB-45E9-4128-A399-8FC51830DA88}"/>
              </a:ext>
            </a:extLst>
          </p:cNvPr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614" name="config-C7-title-0: 帧输出">
            <a:extLst>
              <a:ext uri="{FF2B5EF4-FFF2-40B4-BE49-F238E27FC236}">
                <a16:creationId xmlns:a16="http://schemas.microsoft.com/office/drawing/2014/main" id="{290D0004-5EB8-4024-B7D2-0452E09D9FFD}"/>
              </a:ext>
            </a:extLst>
          </p:cNvPr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615" name="config-C7-title-1: DMA">
            <a:extLst>
              <a:ext uri="{FF2B5EF4-FFF2-40B4-BE49-F238E27FC236}">
                <a16:creationId xmlns:a16="http://schemas.microsoft.com/office/drawing/2014/main" id="{6F6A0B27-0F3A-4D3E-93EA-15A5D7ADB634}"/>
              </a:ext>
            </a:extLst>
          </p:cNvPr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616" name="reg-badge-C5-text: C5">
            <a:extLst>
              <a:ext uri="{FF2B5EF4-FFF2-40B4-BE49-F238E27FC236}">
                <a16:creationId xmlns:a16="http://schemas.microsoft.com/office/drawing/2014/main" id="{5958821D-04A0-4EEE-BADA-6C57E3CA3CFF}"/>
              </a:ext>
            </a:extLst>
          </p:cNvPr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617" name="config-C5-title-0: LVDS">
            <a:extLst>
              <a:ext uri="{FF2B5EF4-FFF2-40B4-BE49-F238E27FC236}">
                <a16:creationId xmlns:a16="http://schemas.microsoft.com/office/drawing/2014/main" id="{0E6E9957-ABA4-4B80-AFE0-F1BFCAE4B697}"/>
              </a:ext>
            </a:extLst>
          </p:cNvPr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618" name="config-C5-title-1: TX">
            <a:extLst>
              <a:ext uri="{FF2B5EF4-FFF2-40B4-BE49-F238E27FC236}">
                <a16:creationId xmlns:a16="http://schemas.microsoft.com/office/drawing/2014/main" id="{BB92F913-82A8-4229-B507-658F5AE92D88}"/>
              </a:ext>
            </a:extLst>
          </p:cNvPr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619" name="reg-badge-C15-text: C15">
            <a:extLst>
              <a:ext uri="{FF2B5EF4-FFF2-40B4-BE49-F238E27FC236}">
                <a16:creationId xmlns:a16="http://schemas.microsoft.com/office/drawing/2014/main" id="{6A6840B1-9946-4600-93F1-37F454CF8D81}"/>
              </a:ext>
            </a:extLst>
          </p:cNvPr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620" name="config-C15-title-0: 压缩器">
            <a:extLst>
              <a:ext uri="{FF2B5EF4-FFF2-40B4-BE49-F238E27FC236}">
                <a16:creationId xmlns:a16="http://schemas.microsoft.com/office/drawing/2014/main" id="{DC3B4504-3B66-4428-87A9-99347B942B52}"/>
              </a:ext>
            </a:extLst>
          </p:cNvPr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621" name="reg-badge-C16-text: C16">
            <a:extLst>
              <a:ext uri="{FF2B5EF4-FFF2-40B4-BE49-F238E27FC236}">
                <a16:creationId xmlns:a16="http://schemas.microsoft.com/office/drawing/2014/main" id="{411E3F80-630B-4B93-9931-E34C29AA3C22}"/>
              </a:ext>
            </a:extLst>
          </p:cNvPr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622" name="config-C16-title-0: 解压器">
            <a:extLst>
              <a:ext uri="{FF2B5EF4-FFF2-40B4-BE49-F238E27FC236}">
                <a16:creationId xmlns:a16="http://schemas.microsoft.com/office/drawing/2014/main" id="{6B49C7A7-9051-403C-B524-2B604D529768}"/>
              </a:ext>
            </a:extLst>
          </p:cNvPr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623" name="front-F0-t0: F0 · LLC">
            <a:extLst>
              <a:ext uri="{FF2B5EF4-FFF2-40B4-BE49-F238E27FC236}">
                <a16:creationId xmlns:a16="http://schemas.microsoft.com/office/drawing/2014/main" id="{42A3CB9B-32CE-4CD0-9532-B0E0B432F9EF}"/>
              </a:ext>
            </a:extLst>
          </p:cNvPr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624" name="front-F1-t0: F1 · GB 搬运">
            <a:extLst>
              <a:ext uri="{FF2B5EF4-FFF2-40B4-BE49-F238E27FC236}">
                <a16:creationId xmlns:a16="http://schemas.microsoft.com/office/drawing/2014/main" id="{45BED3B6-5786-402B-90B1-D869E72A96D1}"/>
              </a:ext>
            </a:extLst>
          </p:cNvPr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625" name="front-F2-t0: F2 · 帧写">
            <a:extLst>
              <a:ext uri="{FF2B5EF4-FFF2-40B4-BE49-F238E27FC236}">
                <a16:creationId xmlns:a16="http://schemas.microsoft.com/office/drawing/2014/main" id="{9A13F590-7C24-4C86-A74A-3343A13B3C5F}"/>
              </a:ext>
            </a:extLst>
          </p:cNvPr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626" name="front-F3-t0: F3 · 帧读">
            <a:extLst>
              <a:ext uri="{FF2B5EF4-FFF2-40B4-BE49-F238E27FC236}">
                <a16:creationId xmlns:a16="http://schemas.microsoft.com/office/drawing/2014/main" id="{FDF2857E-53EF-4974-8165-239E173C9DB5}"/>
              </a:ext>
            </a:extLst>
          </p:cNvPr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627" name="front-adapt-t0: 共享压缩前端 · 四口区域选择 / 事务跟踪">
            <a:extLst>
              <a:ext uri="{FF2B5EF4-FFF2-40B4-BE49-F238E27FC236}">
                <a16:creationId xmlns:a16="http://schemas.microsoft.com/office/drawing/2014/main" id="{18A6AB98-88DC-450A-874B-F442D2275904}"/>
              </a:ext>
            </a:extLst>
          </p:cNvPr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628" name="badge-C14-text: C14">
            <a:extLst>
              <a:ext uri="{FF2B5EF4-FFF2-40B4-BE49-F238E27FC236}">
                <a16:creationId xmlns:a16="http://schemas.microsoft.com/office/drawing/2014/main" id="{E9F92D33-3A7F-4266-BEDB-ED9C7844021D}"/>
              </a:ext>
            </a:extLst>
          </p:cNvPr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629" name="address-control-t0: 地址 / 事务">
            <a:extLst>
              <a:ext uri="{FF2B5EF4-FFF2-40B4-BE49-F238E27FC236}">
                <a16:creationId xmlns:a16="http://schemas.microsoft.com/office/drawing/2014/main" id="{6D91E91D-3F32-4678-8DCB-9CB12EB60B0C}"/>
              </a:ext>
            </a:extLst>
          </p:cNvPr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630" name="address-control-t1: AR / AW 映射">
            <a:extLst>
              <a:ext uri="{FF2B5EF4-FFF2-40B4-BE49-F238E27FC236}">
                <a16:creationId xmlns:a16="http://schemas.microsoft.com/office/drawing/2014/main" id="{07B7BE2B-BB95-4DF7-88DD-5717F37B7E59}"/>
              </a:ext>
            </a:extLst>
          </p:cNvPr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631" name="metadata-t0: 块地址 / 元数据">
            <a:extLst>
              <a:ext uri="{FF2B5EF4-FFF2-40B4-BE49-F238E27FC236}">
                <a16:creationId xmlns:a16="http://schemas.microsoft.com/office/drawing/2014/main" id="{E989145B-DEA5-4DEA-A281-04272762BB76}"/>
              </a:ext>
            </a:extLst>
          </p:cNvPr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632" name="badge-C15-text: C15">
            <a:extLst>
              <a:ext uri="{FF2B5EF4-FFF2-40B4-BE49-F238E27FC236}">
                <a16:creationId xmlns:a16="http://schemas.microsoft.com/office/drawing/2014/main" id="{A82A9E36-F7D6-48C9-B541-4191E6EE14B6}"/>
              </a:ext>
            </a:extLst>
          </p:cNvPr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633" name="compressor-title: 共享压缩器">
            <a:extLst>
              <a:ext uri="{FF2B5EF4-FFF2-40B4-BE49-F238E27FC236}">
                <a16:creationId xmlns:a16="http://schemas.microsoft.com/office/drawing/2014/main" id="{E48DB057-158F-42D8-80A6-0B7C71BABC99}"/>
              </a:ext>
            </a:extLst>
          </p:cNvPr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634" name="compressor-detail: W 写数据">
            <a:extLst>
              <a:ext uri="{FF2B5EF4-FFF2-40B4-BE49-F238E27FC236}">
                <a16:creationId xmlns:a16="http://schemas.microsoft.com/office/drawing/2014/main" id="{F35EAB1C-C7FE-4032-8ECD-D3E1E9743643}"/>
              </a:ext>
            </a:extLst>
          </p:cNvPr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635" name="badge-C16-text: C16">
            <a:extLst>
              <a:ext uri="{FF2B5EF4-FFF2-40B4-BE49-F238E27FC236}">
                <a16:creationId xmlns:a16="http://schemas.microsoft.com/office/drawing/2014/main" id="{1F740F54-3699-46E7-9CEA-472862AFB482}"/>
              </a:ext>
            </a:extLst>
          </p:cNvPr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636" name="decompressor-title: 共享解压器">
            <a:extLst>
              <a:ext uri="{FF2B5EF4-FFF2-40B4-BE49-F238E27FC236}">
                <a16:creationId xmlns:a16="http://schemas.microsoft.com/office/drawing/2014/main" id="{D75446E4-4691-456D-856A-8BC00DD6BD34}"/>
              </a:ext>
            </a:extLst>
          </p:cNvPr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637" name="decompressor-detail: R 读数据">
            <a:extLst>
              <a:ext uri="{FF2B5EF4-FFF2-40B4-BE49-F238E27FC236}">
                <a16:creationId xmlns:a16="http://schemas.microsoft.com/office/drawing/2014/main" id="{FA5DD98E-5F3A-4E39-B181-022ACDB087CD}"/>
              </a:ext>
            </a:extLst>
          </p:cNvPr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638" name="plain-bypass-title: 普通数据旁路">
            <a:extLst>
              <a:ext uri="{FF2B5EF4-FFF2-40B4-BE49-F238E27FC236}">
                <a16:creationId xmlns:a16="http://schemas.microsoft.com/office/drawing/2014/main" id="{D55FD758-4A9E-4DAE-B590-52353249378D}"/>
              </a:ext>
            </a:extLst>
          </p:cNvPr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639" name="plain-bypass-detail: W / R 原样">
            <a:extLst>
              <a:ext uri="{FF2B5EF4-FFF2-40B4-BE49-F238E27FC236}">
                <a16:creationId xmlns:a16="http://schemas.microsoft.com/office/drawing/2014/main" id="{7D9C46AD-1426-4231-9AC9-7CB94AED96A5}"/>
              </a:ext>
            </a:extLst>
          </p:cNvPr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640" name="front-route-t0: 下游 AXI 路由 / R、B 响应匹配">
            <a:extLst>
              <a:ext uri="{FF2B5EF4-FFF2-40B4-BE49-F238E27FC236}">
                <a16:creationId xmlns:a16="http://schemas.microsoft.com/office/drawing/2014/main" id="{F72C4411-7387-4922-8F23-E7BD91BB92BC}"/>
              </a:ext>
            </a:extLst>
          </p:cNvPr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641" name="b-response-label: B">
            <a:extLst>
              <a:ext uri="{FF2B5EF4-FFF2-40B4-BE49-F238E27FC236}">
                <a16:creationId xmlns:a16="http://schemas.microsoft.com/office/drawing/2014/main" id="{4C03879D-74B4-4569-8085-E85A4B15FA13}"/>
              </a:ext>
            </a:extLst>
          </p:cNvPr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42" name="badge-C8-text: C8">
            <a:extLst>
              <a:ext uri="{FF2B5EF4-FFF2-40B4-BE49-F238E27FC236}">
                <a16:creationId xmlns:a16="http://schemas.microsoft.com/office/drawing/2014/main" id="{BEF4923A-C953-4630-B3C1-C95DAE94BDF8}"/>
              </a:ext>
            </a:extLst>
          </p:cNvPr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643" name="roi-scheduler-title: ROI 任务表">
            <a:extLst>
              <a:ext uri="{FF2B5EF4-FFF2-40B4-BE49-F238E27FC236}">
                <a16:creationId xmlns:a16="http://schemas.microsoft.com/office/drawing/2014/main" id="{9B7AFEB6-915D-45BA-9204-D78236BB9F93}"/>
              </a:ext>
            </a:extLst>
          </p:cNvPr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644" name="roi-scheduler-detail: 顺序调度">
            <a:extLst>
              <a:ext uri="{FF2B5EF4-FFF2-40B4-BE49-F238E27FC236}">
                <a16:creationId xmlns:a16="http://schemas.microsoft.com/office/drawing/2014/main" id="{710A057E-C794-4507-A245-425D3225D798}"/>
              </a:ext>
            </a:extLst>
          </p:cNvPr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645" name="badge-C7-text: C7">
            <a:extLst>
              <a:ext uri="{FF2B5EF4-FFF2-40B4-BE49-F238E27FC236}">
                <a16:creationId xmlns:a16="http://schemas.microsoft.com/office/drawing/2014/main" id="{CC69175E-B0A8-48BF-9B3C-67F6935FDEDD}"/>
              </a:ext>
            </a:extLst>
          </p:cNvPr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646" name="roi-vdma-title: 帧输出 DMA">
            <a:extLst>
              <a:ext uri="{FF2B5EF4-FFF2-40B4-BE49-F238E27FC236}">
                <a16:creationId xmlns:a16="http://schemas.microsoft.com/office/drawing/2014/main" id="{265AEF91-C8E5-49FD-BD10-C2EB445540BE}"/>
              </a:ext>
            </a:extLst>
          </p:cNvPr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647" name="roi-vdma-detail: 二维 AXI 读">
            <a:extLst>
              <a:ext uri="{FF2B5EF4-FFF2-40B4-BE49-F238E27FC236}">
                <a16:creationId xmlns:a16="http://schemas.microsoft.com/office/drawing/2014/main" id="{7146D43D-5504-4244-9476-147839FC0322}"/>
              </a:ext>
            </a:extLst>
          </p:cNvPr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648" name="roi-fifo-t0: 像素整理">
            <a:extLst>
              <a:ext uri="{FF2B5EF4-FFF2-40B4-BE49-F238E27FC236}">
                <a16:creationId xmlns:a16="http://schemas.microsoft.com/office/drawing/2014/main" id="{4ECB1D99-B6CA-493E-80C9-577929BC7307}"/>
              </a:ext>
            </a:extLst>
          </p:cNvPr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649" name="roi-fifo-t1: 输出 FIFO">
            <a:extLst>
              <a:ext uri="{FF2B5EF4-FFF2-40B4-BE49-F238E27FC236}">
                <a16:creationId xmlns:a16="http://schemas.microsoft.com/office/drawing/2014/main" id="{3B69E0E4-988D-46A2-A9C8-D499793968D5}"/>
              </a:ext>
            </a:extLst>
          </p:cNvPr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650" name="badge-C5-text: C5">
            <a:extLst>
              <a:ext uri="{FF2B5EF4-FFF2-40B4-BE49-F238E27FC236}">
                <a16:creationId xmlns:a16="http://schemas.microsoft.com/office/drawing/2014/main" id="{DF18EC1A-3449-42B4-816A-97C7F4DDDF5B}"/>
              </a:ext>
            </a:extLst>
          </p:cNvPr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651" name="lvds-tx-title: LVDS TX">
            <a:extLst>
              <a:ext uri="{FF2B5EF4-FFF2-40B4-BE49-F238E27FC236}">
                <a16:creationId xmlns:a16="http://schemas.microsoft.com/office/drawing/2014/main" id="{801D0541-A26D-4036-9E48-B56EE012A59A}"/>
              </a:ext>
            </a:extLst>
          </p:cNvPr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652" name="lvds-tx-detail: 子图帧行封装">
            <a:extLst>
              <a:ext uri="{FF2B5EF4-FFF2-40B4-BE49-F238E27FC236}">
                <a16:creationId xmlns:a16="http://schemas.microsoft.com/office/drawing/2014/main" id="{6C3FFD23-7388-491A-A8DE-D8F705459536}"/>
              </a:ext>
            </a:extLst>
          </p:cNvPr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653" name="legend-axi-interface-text: AXI 请求 / 响应">
            <a:extLst>
              <a:ext uri="{FF2B5EF4-FFF2-40B4-BE49-F238E27FC236}">
                <a16:creationId xmlns:a16="http://schemas.microsoft.com/office/drawing/2014/main" id="{4F01005F-1614-480F-A2BF-AB57C7829144}"/>
              </a:ext>
            </a:extLst>
          </p:cNvPr>
          <p:cNvSpPr txBox="1"/>
          <p:nvPr/>
        </p:nvSpPr>
        <p:spPr>
          <a:xfrm>
            <a:off x="10498924" y="2706374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654" name="legend-axi-request-text: AXI 请求方向">
            <a:extLst>
              <a:ext uri="{FF2B5EF4-FFF2-40B4-BE49-F238E27FC236}">
                <a16:creationId xmlns:a16="http://schemas.microsoft.com/office/drawing/2014/main" id="{D4BF2AF6-2E20-49F5-B063-1CBE30644FFC}"/>
              </a:ext>
            </a:extLst>
          </p:cNvPr>
          <p:cNvSpPr txBox="1"/>
          <p:nvPr/>
        </p:nvSpPr>
        <p:spPr>
          <a:xfrm>
            <a:off x="10548197" y="286893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655" name="legend-gb-text: GB 局部读写">
            <a:extLst>
              <a:ext uri="{FF2B5EF4-FFF2-40B4-BE49-F238E27FC236}">
                <a16:creationId xmlns:a16="http://schemas.microsoft.com/office/drawing/2014/main" id="{A561A39E-0B5F-459A-918B-4EFB8EB9BDEC}"/>
              </a:ext>
            </a:extLst>
          </p:cNvPr>
          <p:cNvSpPr txBox="1"/>
          <p:nvPr/>
        </p:nvSpPr>
        <p:spPr>
          <a:xfrm>
            <a:off x="10551721" y="3031494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656" name="legend-pixel-text: 像素流">
            <a:extLst>
              <a:ext uri="{FF2B5EF4-FFF2-40B4-BE49-F238E27FC236}">
                <a16:creationId xmlns:a16="http://schemas.microsoft.com/office/drawing/2014/main" id="{A54B7203-4EEF-4EB4-A536-0276E79ED670}"/>
              </a:ext>
            </a:extLst>
          </p:cNvPr>
          <p:cNvSpPr txBox="1"/>
          <p:nvPr/>
        </p:nvSpPr>
        <p:spPr>
          <a:xfrm>
            <a:off x="10665230" y="3194054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657" name="legend-cfg-text: 配置 / 控制">
            <a:extLst>
              <a:ext uri="{FF2B5EF4-FFF2-40B4-BE49-F238E27FC236}">
                <a16:creationId xmlns:a16="http://schemas.microsoft.com/office/drawing/2014/main" id="{58EE97CD-59C2-4C03-8883-C1F02FF07855}"/>
              </a:ext>
            </a:extLst>
          </p:cNvPr>
          <p:cNvSpPr txBox="1"/>
          <p:nvPr/>
        </p:nvSpPr>
        <p:spPr>
          <a:xfrm>
            <a:off x="10571930" y="335661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658" name="legend-optional-text: eMMC 接口">
            <a:extLst>
              <a:ext uri="{FF2B5EF4-FFF2-40B4-BE49-F238E27FC236}">
                <a16:creationId xmlns:a16="http://schemas.microsoft.com/office/drawing/2014/main" id="{81531CF2-7011-4451-B108-5DE3790C80C2}"/>
              </a:ext>
            </a:extLst>
          </p:cNvPr>
          <p:cNvSpPr txBox="1"/>
          <p:nvPr/>
        </p:nvSpPr>
        <p:spPr>
          <a:xfrm>
            <a:off x="10572917" y="3519174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659" name="legend-return: 单箭头接口：省略响应">
            <a:extLst>
              <a:ext uri="{FF2B5EF4-FFF2-40B4-BE49-F238E27FC236}">
                <a16:creationId xmlns:a16="http://schemas.microsoft.com/office/drawing/2014/main" id="{92FE6597-B501-401B-848D-EF9AEB837CC3}"/>
              </a:ext>
            </a:extLst>
          </p:cNvPr>
          <p:cNvSpPr txBox="1"/>
          <p:nvPr/>
        </p:nvSpPr>
        <p:spPr>
          <a:xfrm>
            <a:off x="10326564" y="3790650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660" name="legend-status: 虚实与箭头方向独立">
            <a:extLst>
              <a:ext uri="{FF2B5EF4-FFF2-40B4-BE49-F238E27FC236}">
                <a16:creationId xmlns:a16="http://schemas.microsoft.com/office/drawing/2014/main" id="{FFB5ED69-2FD9-41A7-B74C-33E5E63AACCC}"/>
              </a:ext>
            </a:extLst>
          </p:cNvPr>
          <p:cNvSpPr txBox="1"/>
          <p:nvPr/>
        </p:nvSpPr>
        <p:spPr>
          <a:xfrm>
            <a:off x="10362362" y="3878703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661" name="legend-dashed">
            <a:extLst>
              <a:ext uri="{FF2B5EF4-FFF2-40B4-BE49-F238E27FC236}">
                <a16:creationId xmlns:a16="http://schemas.microsoft.com/office/drawing/2014/main" id="{3E190821-821F-45AF-B2B2-306B99C6D9BC}"/>
              </a:ext>
            </a:extLst>
          </p:cNvPr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2" name="legend-dashed-text: 虚线：规划 / 可选">
            <a:extLst>
              <a:ext uri="{FF2B5EF4-FFF2-40B4-BE49-F238E27FC236}">
                <a16:creationId xmlns:a16="http://schemas.microsoft.com/office/drawing/2014/main" id="{3FCA4FBD-A659-4DD2-9BBD-4718CDCD5454}"/>
              </a:ext>
            </a:extLst>
          </p:cNvPr>
          <p:cNvSpPr txBox="1"/>
          <p:nvPr/>
        </p:nvSpPr>
        <p:spPr>
          <a:xfrm>
            <a:off x="10401071" y="3681734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663" name="sensor-rx">
            <a:extLst>
              <a:ext uri="{FF2B5EF4-FFF2-40B4-BE49-F238E27FC236}">
                <a16:creationId xmlns:a16="http://schemas.microsoft.com/office/drawing/2014/main" id="{14A162E5-1672-4232-9C13-5BABA1EB117F}"/>
              </a:ext>
            </a:extLst>
          </p:cNvPr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4" name="tx-processor">
            <a:extLst>
              <a:ext uri="{FF2B5EF4-FFF2-40B4-BE49-F238E27FC236}">
                <a16:creationId xmlns:a16="http://schemas.microsoft.com/office/drawing/2014/main" id="{2AE2805C-845B-49C9-8B75-F5F8367CC78F}"/>
              </a:ext>
            </a:extLst>
          </p:cNvPr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5" name="image-sensor">
            <a:extLst>
              <a:ext uri="{FF2B5EF4-FFF2-40B4-BE49-F238E27FC236}">
                <a16:creationId xmlns:a16="http://schemas.microsoft.com/office/drawing/2014/main" id="{C8C9A813-052C-4E6B-A340-3169B8C81F57}"/>
              </a:ext>
            </a:extLst>
          </p:cNvPr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6" name="image-sensor-t0: 图像传感器">
            <a:extLst>
              <a:ext uri="{FF2B5EF4-FFF2-40B4-BE49-F238E27FC236}">
                <a16:creationId xmlns:a16="http://schemas.microsoft.com/office/drawing/2014/main" id="{26C4536C-F932-4B9E-9460-573A31D35DEA}"/>
              </a:ext>
            </a:extLst>
          </p:cNvPr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667" name="image-sensor-t1: LVDS 输出">
            <a:extLst>
              <a:ext uri="{FF2B5EF4-FFF2-40B4-BE49-F238E27FC236}">
                <a16:creationId xmlns:a16="http://schemas.microsoft.com/office/drawing/2014/main" id="{1EC0A57F-B795-41E4-9D68-86E75939C283}"/>
              </a:ext>
            </a:extLst>
          </p:cNvPr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668" name="output-processor">
            <a:extLst>
              <a:ext uri="{FF2B5EF4-FFF2-40B4-BE49-F238E27FC236}">
                <a16:creationId xmlns:a16="http://schemas.microsoft.com/office/drawing/2014/main" id="{0CE80290-4B8F-4140-85C4-E9100B8A152D}"/>
              </a:ext>
            </a:extLst>
          </p:cNvPr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9" name="output-processor-t0: 后级处理">
            <a:extLst>
              <a:ext uri="{FF2B5EF4-FFF2-40B4-BE49-F238E27FC236}">
                <a16:creationId xmlns:a16="http://schemas.microsoft.com/office/drawing/2014/main" id="{AAF0F771-63B2-4C5D-847C-BABC28D2F00A}"/>
              </a:ext>
            </a:extLst>
          </p:cNvPr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670" name="output-processor-t1: LVDS 接收">
            <a:extLst>
              <a:ext uri="{FF2B5EF4-FFF2-40B4-BE49-F238E27FC236}">
                <a16:creationId xmlns:a16="http://schemas.microsoft.com/office/drawing/2014/main" id="{0E3FF069-9724-4ED5-A75A-F61AC65E84F7}"/>
              </a:ext>
            </a:extLst>
          </p:cNvPr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671" name="object-005: SoC">
            <a:extLst>
              <a:ext uri="{FF2B5EF4-FFF2-40B4-BE49-F238E27FC236}">
                <a16:creationId xmlns:a16="http://schemas.microsoft.com/office/drawing/2014/main" id="{61A297DE-DDCD-4B9C-88FA-C9314EDBF479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(v1)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8366031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14663</TotalTime>
  <Words>5217</Words>
  <Application>Microsoft Office PowerPoint</Application>
  <PresentationFormat>宽屏</PresentationFormat>
  <Paragraphs>2072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5913</cp:revision>
  <dcterms:created xsi:type="dcterms:W3CDTF">2019-11-26T03:41:00Z</dcterms:created>
  <dcterms:modified xsi:type="dcterms:W3CDTF">2026-10-17T13:33:15Z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