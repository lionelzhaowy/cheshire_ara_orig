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sp-gb"/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lc-ddr"/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