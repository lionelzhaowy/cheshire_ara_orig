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24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10" autoAdjust="0"/>
    <p:restoredTop sz="97321" autoAdjust="0"/>
  </p:normalViewPr>
  <p:slideViewPr>
    <p:cSldViewPr snapToGrid="0">
      <p:cViewPr varScale="1">
        <p:scale>
          <a:sx n="160" d="100"/>
          <a:sy n="160" d="100"/>
        </p:scale>
        <p:origin x="46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2026/10/22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823932"/>
            <a:ext cx="3166533" cy="135401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4" name="gb-region"/>
          <p:cNvSpPr/>
          <p:nvPr/>
        </p:nvSpPr>
        <p:spPr>
          <a:xfrm>
            <a:off x="3594100" y="823932"/>
            <a:ext cx="3843867" cy="135401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5" name="image-rx"/>
          <p:cNvSpPr/>
          <p:nvPr/>
        </p:nvSpPr>
        <p:spPr>
          <a:xfrm>
            <a:off x="7607300" y="823932"/>
            <a:ext cx="3606800" cy="135401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7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8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9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0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1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209973"/>
                </a:lnTo>
                <a:cubicBezTo>
                  <a:pt x="4146691" y="228035"/>
                  <a:pt x="4146691" y="246097"/>
                  <a:pt x="4110567" y="264159"/>
                </a:cubicBezTo>
                <a:lnTo>
                  <a:pt x="4110567" y="311573"/>
                </a:lnTo>
                <a:cubicBezTo>
                  <a:pt x="4146691" y="329636"/>
                  <a:pt x="4146691" y="347698"/>
                  <a:pt x="4110567" y="365760"/>
                </a:cubicBez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524000"/>
          </a:xfrm>
          <a:custGeom>
            <a:avLst/>
            <a:gdLst/>
            <a:ahLst/>
            <a:cxnLst/>
            <a:rect l="0" t="0" r="r" b="b"/>
            <a:pathLst>
              <a:path w="5063067" h="1524000" fill="none">
                <a:moveTo>
                  <a:pt x="3386061" y="1524000"/>
                </a:moveTo>
                <a:lnTo>
                  <a:pt x="3386061" y="1422400"/>
                </a:lnTo>
                <a:lnTo>
                  <a:pt x="4203216" y="1422400"/>
                </a:lnTo>
                <a:cubicBezTo>
                  <a:pt x="4221278" y="1386276"/>
                  <a:pt x="4239340" y="1386276"/>
                  <a:pt x="4257402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1" name="emmc-physical"/>
          <p:cNvSpPr/>
          <p:nvPr/>
        </p:nvSpPr>
        <p:spPr>
          <a:xfrm>
            <a:off x="8228189" y="2330349"/>
            <a:ext cx="3540478" cy="84667"/>
          </a:xfrm>
          <a:custGeom>
            <a:avLst/>
            <a:gdLst/>
            <a:ahLst/>
            <a:cxnLst/>
            <a:rect l="0" t="0" r="r" b="b"/>
            <a:pathLst>
              <a:path w="3540478" h="84667" fill="none">
                <a:moveTo>
                  <a:pt x="3540478" y="84667"/>
                </a:moveTo>
                <a:lnTo>
                  <a:pt x="3540478" y="0"/>
                </a:lnTo>
                <a:lnTo>
                  <a:pt x="1975837" y="0"/>
                </a:lnTo>
                <a:cubicBezTo>
                  <a:pt x="1957775" y="36124"/>
                  <a:pt x="1939713" y="36124"/>
                  <a:pt x="1921651" y="0"/>
                </a:cubicBezTo>
                <a:lnTo>
                  <a:pt x="1874237" y="0"/>
                </a:lnTo>
                <a:cubicBezTo>
                  <a:pt x="1856175" y="36124"/>
                  <a:pt x="1838113" y="36124"/>
                  <a:pt x="1820051" y="0"/>
                </a:cubicBezTo>
                <a:lnTo>
                  <a:pt x="1772638" y="0"/>
                </a:lnTo>
                <a:cubicBezTo>
                  <a:pt x="1754576" y="36124"/>
                  <a:pt x="1736513" y="36124"/>
                  <a:pt x="1718451" y="0"/>
                </a:cubicBezTo>
                <a:lnTo>
                  <a:pt x="0" y="0"/>
                </a:ln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0" name="mover-f1"/>
          <p:cNvSpPr/>
          <p:nvPr/>
        </p:nvSpPr>
        <p:spPr>
          <a:xfrm>
            <a:off x="7336367" y="2042483"/>
            <a:ext cx="2738966" cy="2272453"/>
          </a:xfrm>
          <a:custGeom>
            <a:avLst/>
            <a:gdLst/>
            <a:ahLst/>
            <a:cxnLst/>
            <a:rect l="0" t="0" r="r" b="b"/>
            <a:pathLst>
              <a:path w="2738966" h="2272453" fill="none">
                <a:moveTo>
                  <a:pt x="0" y="0"/>
                </a:moveTo>
                <a:lnTo>
                  <a:pt x="2738966" y="0"/>
                </a:lnTo>
                <a:lnTo>
                  <a:pt x="2738966" y="2116666"/>
                </a:lnTo>
                <a:lnTo>
                  <a:pt x="198967" y="2116666"/>
                </a:lnTo>
                <a:lnTo>
                  <a:pt x="198967" y="22724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1" name="frame-f2"/>
          <p:cNvSpPr/>
          <p:nvPr/>
        </p:nvSpPr>
        <p:spPr>
          <a:xfrm>
            <a:off x="8072967" y="1839282"/>
            <a:ext cx="2103966" cy="2475654"/>
          </a:xfrm>
          <a:custGeom>
            <a:avLst/>
            <a:gdLst/>
            <a:ahLst/>
            <a:cxnLst/>
            <a:rect l="0" t="0" r="r" b="b"/>
            <a:pathLst>
              <a:path w="2103966" h="2475654" fill="none">
                <a:moveTo>
                  <a:pt x="0" y="0"/>
                </a:moveTo>
                <a:lnTo>
                  <a:pt x="0" y="101600"/>
                </a:lnTo>
                <a:lnTo>
                  <a:pt x="2103966" y="101600"/>
                </a:lnTo>
                <a:lnTo>
                  <a:pt x="2103966" y="2377440"/>
                </a:lnTo>
                <a:lnTo>
                  <a:pt x="393700" y="2377440"/>
                </a:lnTo>
                <a:lnTo>
                  <a:pt x="393700" y="2475654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265604" y="27676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2" name="legend-axi-request"/>
          <p:cNvSpPr/>
          <p:nvPr/>
        </p:nvSpPr>
        <p:spPr>
          <a:xfrm>
            <a:off x="10265604" y="293016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3" name="legend-gb"/>
          <p:cNvSpPr/>
          <p:nvPr/>
        </p:nvSpPr>
        <p:spPr>
          <a:xfrm>
            <a:off x="10265604" y="309272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4" name="legend-pixel"/>
          <p:cNvSpPr/>
          <p:nvPr/>
        </p:nvSpPr>
        <p:spPr>
          <a:xfrm>
            <a:off x="10265604" y="325528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5" name="legend-cfg"/>
          <p:cNvSpPr/>
          <p:nvPr/>
        </p:nvSpPr>
        <p:spPr>
          <a:xfrm>
            <a:off x="10265604" y="341784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6" name="legend-optional"/>
          <p:cNvSpPr/>
          <p:nvPr/>
        </p:nvSpPr>
        <p:spPr>
          <a:xfrm>
            <a:off x="10265604" y="35804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0" name="badge-C10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3" name="badge-C12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5" name="badge-C11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6" name="lvds-rx"/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7" name="rx-cdc"/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8" name="isp"/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9" name="frame-select"/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0" name="frame-dma"/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1" name="badge-C4"/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2" name="badge-C9"/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3" name="badge-C6"/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1" name="badge-C13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9"/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9"/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10"/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11"/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6"/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8"/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7"/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7"/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5"/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4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8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7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5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25845" y="844166"/>
            <a:ext cx="1197444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10950" y="844166"/>
            <a:ext cx="2010167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68271" y="844166"/>
            <a:ext cx="884858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396639" y="1175563"/>
            <a:ext cx="70532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4998" y="1306560"/>
            <a:ext cx="74860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55763" y="1429428"/>
            <a:ext cx="7870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16938" y="1080059"/>
            <a:ext cx="81432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569887" y="1211056"/>
            <a:ext cx="1508426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500600" y="1602893"/>
            <a:ext cx="46166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1402" y="1726710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821400" y="1602893"/>
            <a:ext cx="46166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67700" y="1726710"/>
            <a:ext cx="5690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1146029" y="1446599"/>
            <a:ext cx="5883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</a:t>
            </a:r>
            <a:r>
              <a:rPr sz="800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56856" y="1177866"/>
            <a:ext cx="75822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5021" y="1301683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10-text: C10"/>
          <p:cNvSpPr txBox="1"/>
          <p:nvPr/>
        </p:nvSpPr>
        <p:spPr>
          <a:xfrm>
            <a:off x="4393152" y="1450899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70146" y="1480634"/>
            <a:ext cx="66204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1293" y="1604451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60529" y="1710115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094910" y="1103427"/>
            <a:ext cx="77264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84302" y="1235372"/>
            <a:ext cx="9938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49838" y="1349164"/>
            <a:ext cx="10627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12-text: C12"/>
          <p:cNvSpPr txBox="1"/>
          <p:nvPr/>
        </p:nvSpPr>
        <p:spPr>
          <a:xfrm>
            <a:off x="7136352" y="1440739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57853" y="1779000"/>
            <a:ext cx="104676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5953044" y="1902816"/>
            <a:ext cx="10563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11-text: C11"/>
          <p:cNvSpPr txBox="1"/>
          <p:nvPr/>
        </p:nvSpPr>
        <p:spPr>
          <a:xfrm>
            <a:off x="7136352" y="1972446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10565500" y="1398000"/>
            <a:ext cx="56906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10592752" y="1521816"/>
            <a:ext cx="5145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9883911" y="1398000"/>
            <a:ext cx="62837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9941619" y="1521816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454795" y="1398000"/>
            <a:ext cx="18274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9237588" y="1521816"/>
            <a:ext cx="6171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8571825" y="1398000"/>
            <a:ext cx="57708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8610298" y="1521816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7734733" y="1398000"/>
            <a:ext cx="67646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7780419" y="1521816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276240" y="1080059"/>
            <a:ext cx="47929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</a:t>
            </a:r>
            <a:r>
              <a:rPr sz="800" b="0" i="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旁路</a:t>
            </a:r>
            <a:endParaRPr sz="800" b="0" i="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3" name="badge-C4-text: C4"/>
          <p:cNvSpPr txBox="1"/>
          <p:nvPr/>
        </p:nvSpPr>
        <p:spPr>
          <a:xfrm>
            <a:off x="10957471" y="1687966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9-text: C9"/>
          <p:cNvSpPr txBox="1"/>
          <p:nvPr/>
        </p:nvSpPr>
        <p:spPr>
          <a:xfrm>
            <a:off x="9653603" y="1687966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45" name="badge-C6-text: C6"/>
          <p:cNvSpPr txBox="1"/>
          <p:nvPr/>
        </p:nvSpPr>
        <p:spPr>
          <a:xfrm>
            <a:off x="8265071" y="1687966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7964722" y="2065918"/>
            <a:ext cx="9361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17454" y="2979526"/>
            <a:ext cx="83195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339860" y="3151569"/>
            <a:ext cx="338714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29898" y="3207767"/>
            <a:ext cx="110447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35438" y="3207767"/>
            <a:ext cx="8848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718455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83373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48292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913210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78129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43047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107966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72885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60859" y="2849694"/>
            <a:ext cx="26449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66782" y="2456333"/>
            <a:ext cx="74379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494032" y="2580150"/>
            <a:ext cx="6892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55741" y="2456333"/>
            <a:ext cx="8255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81577" y="2580150"/>
            <a:ext cx="5738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39094" y="2456333"/>
            <a:ext cx="78867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657" y="2580150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70112" y="2456333"/>
            <a:ext cx="256480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41871" y="2580150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79539" y="2456333"/>
            <a:ext cx="56746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14004" y="2580150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673549" y="2456333"/>
            <a:ext cx="1109279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02987" y="2580150"/>
            <a:ext cx="7149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39457" y="2456333"/>
            <a:ext cx="90730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5331" y="2580150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3-text: C13"/>
          <p:cNvSpPr txBox="1"/>
          <p:nvPr/>
        </p:nvSpPr>
        <p:spPr>
          <a:xfrm>
            <a:off x="8509081" y="2639619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51351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599679" y="3717866"/>
            <a:ext cx="65242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8114" y="3841683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20532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883901" y="3717866"/>
            <a:ext cx="82234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29400" y="3841683"/>
            <a:ext cx="93134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89713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08812" y="3608714"/>
            <a:ext cx="111088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</a:t>
            </a:r>
            <a:r>
              <a:rPr sz="9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SPM </a:t>
            </a:r>
            <a:r>
              <a:rPr sz="9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共用目标</a:t>
            </a:r>
            <a:endParaRPr sz="900" b="1" i="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28868" y="3802110"/>
            <a:ext cx="41036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2991811" y="3907012"/>
            <a:ext cx="68448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56960" y="3806174"/>
            <a:ext cx="52578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52151" y="3912024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58894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36076" y="3665034"/>
            <a:ext cx="59471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15663" y="3788851"/>
            <a:ext cx="10355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559746" y="3894515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28075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12283" y="3717866"/>
            <a:ext cx="78066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838" y="3841683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97256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36767" y="3665034"/>
            <a:ext cx="670056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174676" y="3788851"/>
            <a:ext cx="11942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57231" y="3894515"/>
            <a:ext cx="10291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89493" y="3306894"/>
            <a:ext cx="3029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42630" y="3717866"/>
            <a:ext cx="79669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30607" y="3841683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6269" y="2446308"/>
            <a:ext cx="424795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08793" y="2588278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082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415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748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082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253752" y="5934711"/>
            <a:ext cx="154529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379166" y="6115965"/>
            <a:ext cx="1245534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24604" y="6120977"/>
            <a:ext cx="14186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133527" y="6267688"/>
            <a:ext cx="1785746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83237" y="6283673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55618" y="4313039"/>
            <a:ext cx="69249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93608" y="6514372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69684" y="6534625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8978416" y="6533203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693" b="0" i="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9-text: C9"/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77" name="config-C9-title-0: ISP"/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10-text: C10"/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79" name="config-C10-title-0: NPU"/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10-title-1: 计算"/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11-text: C11"/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82" name="config-C11-title-0: GB"/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3" name="config-C11-title-1: 搬运"/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6-text: C6"/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85" name="config-C6-title-0: 帧写入"/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6-title-1: DMA"/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12-text: C12"/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88" name="config-C12-title-0: GB"/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12-title-1: 管理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3-text: C13"/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491" name="config-C13-title-0: eMMC Host"/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3-title-1: / DMA"/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8-text: C8"/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94" name="config-C8-title-0: ROI 任务"/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8-title-1: / 调度"/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4-text: C14"/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497" name="config-C14-title-0: 压缩公共"/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498" name="config-C14-title-1: 控制"/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7-text: C7"/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00" name="config-C7-title-0: 帧输出"/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7-title-1: DMA"/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502" name="reg-badge-C5-text: C5"/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03" name="config-C5-title-0: LVDS"/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5-title-1: TX"/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23662" y="4319508"/>
            <a:ext cx="36067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66830" y="4319508"/>
            <a:ext cx="53700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6711" y="4319508"/>
            <a:ext cx="37991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08044" y="4319508"/>
            <a:ext cx="37991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</a:t>
            </a:r>
            <a:r>
              <a:rPr sz="8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8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四口区域选择</a:t>
            </a:r>
            <a:r>
              <a:rPr sz="8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事务跟踪</a:t>
            </a:r>
            <a:endParaRPr sz="800" b="1" i="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14" name="badge-C14-text: C14"/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8-text: C8"/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7-text: C7"/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32" name="roi-vdma-title: 帧输出 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5-text: C5"/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84669" y="2706374"/>
            <a:ext cx="7133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536766" y="2868935"/>
            <a:ext cx="6091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550391" y="3031494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687448" y="3194054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84055" y="3356615"/>
            <a:ext cx="5145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59208" y="3519174"/>
            <a:ext cx="5642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324763" y="3790650"/>
            <a:ext cx="8976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369647" y="3878703"/>
            <a:ext cx="80791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265604" y="374296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430167" y="3681734"/>
            <a:ext cx="8223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549" name="sensor-rx"/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50" name="tx-processor"/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1" name="image-sensor"/>
          <p:cNvSpPr/>
          <p:nvPr/>
        </p:nvSpPr>
        <p:spPr>
          <a:xfrm>
            <a:off x="114130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52" name="image-sensor-t0: 图像传感器"/>
          <p:cNvSpPr txBox="1"/>
          <p:nvPr/>
        </p:nvSpPr>
        <p:spPr>
          <a:xfrm>
            <a:off x="11448066" y="1379508"/>
            <a:ext cx="641201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553" name="image-sensor-t1: LVDS 输出"/>
          <p:cNvSpPr txBox="1"/>
          <p:nvPr/>
        </p:nvSpPr>
        <p:spPr>
          <a:xfrm>
            <a:off x="11521003" y="1521478"/>
            <a:ext cx="4953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54" name="output-processor"/>
          <p:cNvSpPr/>
          <p:nvPr/>
        </p:nvSpPr>
        <p:spPr>
          <a:xfrm>
            <a:off x="114130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5" name="output-processor-t0: 后级处理"/>
          <p:cNvSpPr txBox="1"/>
          <p:nvPr/>
        </p:nvSpPr>
        <p:spPr>
          <a:xfrm>
            <a:off x="114469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556" name="output-processor-t1: LVDS 接收"/>
          <p:cNvSpPr txBox="1"/>
          <p:nvPr/>
        </p:nvSpPr>
        <p:spPr>
          <a:xfrm>
            <a:off x="114469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559" name="object-005: SoC">
            <a:extLst>
              <a:ext uri="{FF2B5EF4-FFF2-40B4-BE49-F238E27FC236}">
                <a16:creationId xmlns:a16="http://schemas.microsoft.com/office/drawing/2014/main" id="{C6101E8D-31DD-4095-9680-7895433D2331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(v1)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33700915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14660</TotalTime>
  <Words>563</Words>
  <Application>Microsoft Office PowerPoint</Application>
  <PresentationFormat>宽屏</PresentationFormat>
  <Paragraphs>249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5912</cp:revision>
  <dcterms:created xsi:type="dcterms:W3CDTF">2019-11-26T03:41:00Z</dcterms:created>
  <dcterms:modified xsi:type="dcterms:W3CDTF">2026-10-22T08:33:54Z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