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24" r:id="rId2"/>
  </p:sldIdLst>
  <p:sldSz cx="13885333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10" autoAdjust="0"/>
    <p:restoredTop sz="97321" autoAdjust="0"/>
  </p:normalViewPr>
  <p:slideViewPr>
    <p:cSldViewPr snapToGrid="0">
      <p:cViewPr varScale="1">
        <p:scale>
          <a:sx n="160" d="100"/>
          <a:sy n="160" d="100"/>
        </p:scale>
        <p:origin x="4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2026/10/22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3885333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934136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2661900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7" name="lvds-io-region"/>
          <p:cNvSpPr/>
          <p:nvPr/>
        </p:nvSpPr>
        <p:spPr>
          <a:xfrm>
            <a:off x="11294533" y="823942"/>
            <a:ext cx="1388533" cy="5283200"/>
          </a:xfrm>
          <a:prstGeom prst="rect">
            <a:avLst/>
          </a:prstGeom>
          <a:solidFill>
            <a:srgbClr val="F1EC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823932"/>
            <a:ext cx="3166533" cy="135401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4" name="gb-region"/>
          <p:cNvSpPr/>
          <p:nvPr/>
        </p:nvSpPr>
        <p:spPr>
          <a:xfrm>
            <a:off x="3594100" y="823932"/>
            <a:ext cx="3843867" cy="135401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5" name="image-rx"/>
          <p:cNvSpPr/>
          <p:nvPr/>
        </p:nvSpPr>
        <p:spPr>
          <a:xfrm>
            <a:off x="7607300" y="823932"/>
            <a:ext cx="3606800" cy="135401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209973"/>
                </a:lnTo>
                <a:cubicBezTo>
                  <a:pt x="4146691" y="228035"/>
                  <a:pt x="4146691" y="246097"/>
                  <a:pt x="4110567" y="264159"/>
                </a:cubicBezTo>
                <a:lnTo>
                  <a:pt x="4110567" y="311573"/>
                </a:lnTo>
                <a:cubicBezTo>
                  <a:pt x="4146691" y="329636"/>
                  <a:pt x="4146691" y="347698"/>
                  <a:pt x="4110567" y="365760"/>
                </a:cubicBez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524000"/>
          </a:xfrm>
          <a:custGeom>
            <a:avLst/>
            <a:gdLst/>
            <a:ahLst/>
            <a:cxnLst/>
            <a:rect l="0" t="0" r="r" b="b"/>
            <a:pathLst>
              <a:path w="5063067" h="1524000" fill="none">
                <a:moveTo>
                  <a:pt x="3386061" y="1524000"/>
                </a:moveTo>
                <a:lnTo>
                  <a:pt x="3386061" y="1422400"/>
                </a:lnTo>
                <a:lnTo>
                  <a:pt x="4203216" y="1422400"/>
                </a:lnTo>
                <a:cubicBezTo>
                  <a:pt x="4221278" y="1386276"/>
                  <a:pt x="4239340" y="1386276"/>
                  <a:pt x="4257402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1" name="emmc-physical"/>
          <p:cNvSpPr/>
          <p:nvPr/>
        </p:nvSpPr>
        <p:spPr>
          <a:xfrm>
            <a:off x="8228189" y="2330349"/>
            <a:ext cx="4962877" cy="84667"/>
          </a:xfrm>
          <a:custGeom>
            <a:avLst/>
            <a:gdLst/>
            <a:ahLst/>
            <a:cxnLst/>
            <a:rect l="0" t="0" r="r" b="b"/>
            <a:pathLst>
              <a:path w="4962877" h="84667" fill="none">
                <a:moveTo>
                  <a:pt x="4962877" y="84667"/>
                </a:moveTo>
                <a:lnTo>
                  <a:pt x="4962877" y="0"/>
                </a:lnTo>
                <a:lnTo>
                  <a:pt x="3195037" y="0"/>
                </a:lnTo>
                <a:cubicBezTo>
                  <a:pt x="3176975" y="36124"/>
                  <a:pt x="3158913" y="36124"/>
                  <a:pt x="3140850" y="0"/>
                </a:cubicBezTo>
                <a:lnTo>
                  <a:pt x="1975837" y="0"/>
                </a:lnTo>
                <a:cubicBezTo>
                  <a:pt x="1957775" y="36124"/>
                  <a:pt x="1939713" y="36124"/>
                  <a:pt x="1921650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0" y="0"/>
                </a:cubicBezTo>
                <a:lnTo>
                  <a:pt x="1772637" y="0"/>
                </a:lnTo>
                <a:cubicBezTo>
                  <a:pt x="1754575" y="36124"/>
                  <a:pt x="1736513" y="36124"/>
                  <a:pt x="1718450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1710267" cy="1"/>
          </a:xfrm>
          <a:custGeom>
            <a:avLst/>
            <a:gdLst/>
            <a:ahLst/>
            <a:cxnLst/>
            <a:rect l="0" t="0" r="r" b="b"/>
            <a:pathLst>
              <a:path w="1710267" h="1" fill="none">
                <a:moveTo>
                  <a:pt x="0" y="0"/>
                </a:moveTo>
                <a:lnTo>
                  <a:pt x="17102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0" name="mover-f1"/>
          <p:cNvSpPr/>
          <p:nvPr/>
        </p:nvSpPr>
        <p:spPr>
          <a:xfrm>
            <a:off x="7336367" y="2042483"/>
            <a:ext cx="2738966" cy="2272453"/>
          </a:xfrm>
          <a:custGeom>
            <a:avLst/>
            <a:gdLst/>
            <a:ahLst/>
            <a:cxnLst/>
            <a:rect l="0" t="0" r="r" b="b"/>
            <a:pathLst>
              <a:path w="2738966" h="2272453" fill="none">
                <a:moveTo>
                  <a:pt x="0" y="0"/>
                </a:moveTo>
                <a:lnTo>
                  <a:pt x="2738966" y="0"/>
                </a:lnTo>
                <a:lnTo>
                  <a:pt x="2738966" y="2116666"/>
                </a:lnTo>
                <a:lnTo>
                  <a:pt x="198967" y="2116666"/>
                </a:lnTo>
                <a:lnTo>
                  <a:pt x="198967" y="22724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03966" cy="2475654"/>
          </a:xfrm>
          <a:custGeom>
            <a:avLst/>
            <a:gdLst/>
            <a:ahLst/>
            <a:cxnLst/>
            <a:rect l="0" t="0" r="r" b="b"/>
            <a:pathLst>
              <a:path w="2103966" h="2475654" fill="none">
                <a:moveTo>
                  <a:pt x="0" y="0"/>
                </a:moveTo>
                <a:lnTo>
                  <a:pt x="0" y="101600"/>
                </a:lnTo>
                <a:lnTo>
                  <a:pt x="2103966" y="101600"/>
                </a:lnTo>
                <a:lnTo>
                  <a:pt x="2103966" y="2377440"/>
                </a:lnTo>
                <a:lnTo>
                  <a:pt x="393700" y="2377440"/>
                </a:lnTo>
                <a:lnTo>
                  <a:pt x="393700" y="2475654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8" name="emmc-device"/>
          <p:cNvSpPr/>
          <p:nvPr/>
        </p:nvSpPr>
        <p:spPr>
          <a:xfrm>
            <a:off x="128354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28354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25845" y="844166"/>
            <a:ext cx="1197444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10950" y="844166"/>
            <a:ext cx="2010167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68271" y="844166"/>
            <a:ext cx="884858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396639" y="1175563"/>
            <a:ext cx="70532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4998" y="1306560"/>
            <a:ext cx="74860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55763" y="1429428"/>
            <a:ext cx="7870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16938" y="1080059"/>
            <a:ext cx="81432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569887" y="1211056"/>
            <a:ext cx="150842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500600" y="1602893"/>
            <a:ext cx="46166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1402" y="1726710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821400" y="1602893"/>
            <a:ext cx="46166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67700" y="1726710"/>
            <a:ext cx="5690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1146029" y="1446599"/>
            <a:ext cx="5883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</a:t>
            </a:r>
            <a:r>
              <a:rPr sz="800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56856" y="1177866"/>
            <a:ext cx="75822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5021" y="1301683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3152" y="145089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70146" y="1480634"/>
            <a:ext cx="66204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1293" y="1604451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60529" y="1710115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094910" y="1103427"/>
            <a:ext cx="77264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84302" y="1235372"/>
            <a:ext cx="9938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49838" y="1349164"/>
            <a:ext cx="10627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6352" y="144073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57853" y="1779000"/>
            <a:ext cx="104676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5953044" y="1902816"/>
            <a:ext cx="10563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6352" y="1972446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5500" y="1398000"/>
            <a:ext cx="56906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92752" y="1521816"/>
            <a:ext cx="5145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83911" y="1398000"/>
            <a:ext cx="62837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41619" y="1521816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54795" y="1398000"/>
            <a:ext cx="18274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7588" y="1521816"/>
            <a:ext cx="6171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71825" y="1398000"/>
            <a:ext cx="57708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0298" y="1521816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34733" y="1398000"/>
            <a:ext cx="67646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0419" y="1521816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276240" y="1080059"/>
            <a:ext cx="47929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</a:t>
            </a:r>
            <a:r>
              <a:rPr sz="800" b="0" i="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旁路</a:t>
            </a:r>
            <a:endParaRPr sz="800" b="0" i="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3" name="badge-C4-text: C4"/>
          <p:cNvSpPr txBox="1"/>
          <p:nvPr/>
        </p:nvSpPr>
        <p:spPr>
          <a:xfrm>
            <a:off x="10957471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53603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65071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7964722" y="2065918"/>
            <a:ext cx="9361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17454" y="2979526"/>
            <a:ext cx="83195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339860" y="3151569"/>
            <a:ext cx="338714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29898" y="3207767"/>
            <a:ext cx="110447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35438" y="3207767"/>
            <a:ext cx="8848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718455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83373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48292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913210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78129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43047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107966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72885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60859" y="2849694"/>
            <a:ext cx="26449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66782" y="2456333"/>
            <a:ext cx="74379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494032" y="2580150"/>
            <a:ext cx="6892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55741" y="2456333"/>
            <a:ext cx="8255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81577" y="2580150"/>
            <a:ext cx="5738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39094" y="2456333"/>
            <a:ext cx="78867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657" y="2580150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70112" y="2456333"/>
            <a:ext cx="256480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41871" y="2580150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79539" y="2456333"/>
            <a:ext cx="56746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14004" y="2580150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673549" y="2456333"/>
            <a:ext cx="1109279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02987" y="2580150"/>
            <a:ext cx="7149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39457" y="2456333"/>
            <a:ext cx="90730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5331" y="2580150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09081" y="263961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51351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599679" y="3717866"/>
            <a:ext cx="65242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8114" y="3841683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20532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883901" y="3717866"/>
            <a:ext cx="82234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29400" y="3841683"/>
            <a:ext cx="93134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89713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08812" y="3608714"/>
            <a:ext cx="111088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</a:t>
            </a:r>
            <a:r>
              <a:rPr sz="9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SPM </a:t>
            </a:r>
            <a:r>
              <a:rPr sz="9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共用目标</a:t>
            </a:r>
            <a:endParaRPr sz="900" b="1" i="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28868" y="3802110"/>
            <a:ext cx="41036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2991811" y="3907012"/>
            <a:ext cx="68448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56960" y="3806174"/>
            <a:ext cx="52578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52151" y="3912024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58894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36076" y="3665034"/>
            <a:ext cx="59471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15663" y="3788851"/>
            <a:ext cx="10355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559746" y="3894515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28075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12283" y="3717866"/>
            <a:ext cx="78066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838" y="3841683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97256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36767" y="3665034"/>
            <a:ext cx="67005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174676" y="3788851"/>
            <a:ext cx="11942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57231" y="3894515"/>
            <a:ext cx="10291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89493" y="3306894"/>
            <a:ext cx="3029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42630" y="3717866"/>
            <a:ext cx="79669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30607" y="3841683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2978669" y="2446308"/>
            <a:ext cx="424795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2831193" y="2588278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082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415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748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082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253752" y="5934711"/>
            <a:ext cx="154529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379166" y="6115965"/>
            <a:ext cx="1245534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24604" y="6120977"/>
            <a:ext cx="14186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133527" y="6267688"/>
            <a:ext cx="178574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83237" y="6283673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29203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28524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55618" y="4313039"/>
            <a:ext cx="69249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93608" y="6514372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69684" y="6534625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23662" y="4319508"/>
            <a:ext cx="36067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66830" y="4319508"/>
            <a:ext cx="53700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6711" y="4319508"/>
            <a:ext cx="37991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08044" y="4319508"/>
            <a:ext cx="37991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</a:t>
            </a:r>
            <a:r>
              <a:rPr sz="8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四口区域选择</a:t>
            </a:r>
            <a:r>
              <a:rPr sz="8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事务跟踪</a:t>
            </a:r>
            <a:endParaRPr sz="800" b="1" i="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278533" y="5817261"/>
            <a:ext cx="8466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 封装/串化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84669" y="2706374"/>
            <a:ext cx="7133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36766" y="2868935"/>
            <a:ext cx="6091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0391" y="3031494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87448" y="3194054"/>
            <a:ext cx="6096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像素/串行流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84055" y="3356615"/>
            <a:ext cx="5145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59208" y="3519174"/>
            <a:ext cx="5642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4763" y="3790650"/>
            <a:ext cx="8976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9647" y="3878703"/>
            <a:ext cx="80791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30167" y="3681734"/>
            <a:ext cx="8223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385233" cy="1"/>
          </a:xfrm>
          <a:custGeom>
            <a:avLst/>
            <a:gdLst/>
            <a:ahLst/>
            <a:cxnLst/>
            <a:rect l="0" t="0" r="r" b="b"/>
            <a:pathLst>
              <a:path w="385233" h="1" fill="none">
                <a:moveTo>
                  <a:pt x="3852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338667" cy="1"/>
          </a:xfrm>
          <a:custGeom>
            <a:avLst/>
            <a:gdLst/>
            <a:ahLst/>
            <a:cxnLst/>
            <a:rect l="0" t="0" r="r" b="b"/>
            <a:pathLst>
              <a:path w="338667" h="1" fill="none">
                <a:moveTo>
                  <a:pt x="0" y="0"/>
                </a:moveTo>
                <a:lnTo>
                  <a:pt x="338667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28354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2870466" y="1379508"/>
            <a:ext cx="641201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2943403" y="1521478"/>
            <a:ext cx="4953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28354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28693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28693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559" name="object-005: SoC">
            <a:extLst>
              <a:ext uri="{FF2B5EF4-FFF2-40B4-BE49-F238E27FC236}">
                <a16:creationId xmlns:a16="http://schemas.microsoft.com/office/drawing/2014/main" id="{C6101E8D-31DD-4095-9680-7895433D2331}"/>
              </a:ext>
            </a:extLst>
          </p:cNvPr>
          <p:cNvSpPr txBox="1"/>
          <p:nvPr/>
        </p:nvSpPr>
        <p:spPr>
          <a:xfrm>
            <a:off x="4709583" y="608488"/>
            <a:ext cx="3386667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架构(v1) · LVDS 原始直通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8" name="lvds-io-region-title: LVDS I/O / 直通"/>
          <p:cNvSpPr txBox="1"/>
          <p:nvPr/>
        </p:nvSpPr>
        <p:spPr>
          <a:xfrm>
            <a:off x="11523583" y="861704"/>
            <a:ext cx="930434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I/O / 直通</a:t>
            </a:r>
          </a:p>
        </p:txBody>
      </p:sp>
      <p:sp>
        <p:nvSpPr>
          <p:cNvPr id="1559" name="lvds-io-region-status: PAD / PHY 待确认"/>
          <p:cNvSpPr txBox="1"/>
          <p:nvPr/>
        </p:nvSpPr>
        <p:spPr>
          <a:xfrm>
            <a:off x="11595213" y="1036320"/>
            <a:ext cx="787172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PAD / PHY 待确认</a:t>
            </a:r>
          </a:p>
        </p:txBody>
      </p:sp>
      <p:sp>
        <p:nvSpPr>
          <p:cNvPr id="1560" name="lvds-input-buffer"/>
          <p:cNvSpPr/>
          <p:nvPr/>
        </p:nvSpPr>
        <p:spPr>
          <a:xfrm>
            <a:off x="11514666" y="1348216"/>
            <a:ext cx="609600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1" name="lvds-input-title: LVDS 输入"/>
          <p:cNvSpPr txBox="1"/>
          <p:nvPr/>
        </p:nvSpPr>
        <p:spPr>
          <a:xfrm>
            <a:off x="11540170" y="1384657"/>
            <a:ext cx="55859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输入</a:t>
            </a:r>
          </a:p>
        </p:txBody>
      </p:sp>
      <p:sp>
        <p:nvSpPr>
          <p:cNvPr id="1562" name="lvds-input-detail: 电气缓冲"/>
          <p:cNvSpPr txBox="1"/>
          <p:nvPr/>
        </p:nvSpPr>
        <p:spPr>
          <a:xfrm>
            <a:off x="11607800" y="1524323"/>
            <a:ext cx="423333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电气缓冲</a:t>
            </a:r>
          </a:p>
        </p:txBody>
      </p:sp>
      <p:sp>
        <p:nvSpPr>
          <p:cNvPr id="1563" name="lvds-output-select"/>
          <p:cNvSpPr/>
          <p:nvPr/>
        </p:nvSpPr>
        <p:spPr>
          <a:xfrm>
            <a:off x="11480800" y="5717016"/>
            <a:ext cx="440267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4" name="lvds-select-title: 二选一"/>
          <p:cNvSpPr txBox="1"/>
          <p:nvPr/>
        </p:nvSpPr>
        <p:spPr>
          <a:xfrm>
            <a:off x="11511280" y="5753456"/>
            <a:ext cx="37930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二选一</a:t>
            </a:r>
          </a:p>
        </p:txBody>
      </p:sp>
      <p:sp>
        <p:nvSpPr>
          <p:cNvPr id="1565" name="lvds-select-detail: 数据/时钟"/>
          <p:cNvSpPr txBox="1"/>
          <p:nvPr/>
        </p:nvSpPr>
        <p:spPr>
          <a:xfrm>
            <a:off x="11489560" y="5900438"/>
            <a:ext cx="422746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数据/时钟</a:t>
            </a:r>
          </a:p>
        </p:txBody>
      </p:sp>
      <p:sp>
        <p:nvSpPr>
          <p:cNvPr id="1566" name="lvds-common-driver"/>
          <p:cNvSpPr/>
          <p:nvPr/>
        </p:nvSpPr>
        <p:spPr>
          <a:xfrm>
            <a:off x="12022666" y="5717016"/>
            <a:ext cx="609600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7" name="lvds-driver-title: LVDS 输出"/>
          <p:cNvSpPr txBox="1"/>
          <p:nvPr/>
        </p:nvSpPr>
        <p:spPr>
          <a:xfrm>
            <a:off x="12048170" y="5753456"/>
            <a:ext cx="55859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68" name="lvds-driver-detail: 共用驱动"/>
          <p:cNvSpPr txBox="1"/>
          <p:nvPr/>
        </p:nvSpPr>
        <p:spPr>
          <a:xfrm>
            <a:off x="12115800" y="5893123"/>
            <a:ext cx="423333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共用驱动</a:t>
            </a:r>
          </a:p>
        </p:txBody>
      </p:sp>
      <p:sp>
        <p:nvSpPr>
          <p:cNvPr id="1569" name="lvds-mode-control"/>
          <p:cNvSpPr/>
          <p:nvPr/>
        </p:nvSpPr>
        <p:spPr>
          <a:xfrm>
            <a:off x="11514666" y="4944533"/>
            <a:ext cx="1117600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0" name="lvds-control-title: C5 · 模式选择"/>
          <p:cNvSpPr txBox="1"/>
          <p:nvPr/>
        </p:nvSpPr>
        <p:spPr>
          <a:xfrm>
            <a:off x="11713752" y="4956996"/>
            <a:ext cx="719429" cy="157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模式选择</a:t>
            </a:r>
          </a:p>
        </p:txBody>
      </p:sp>
      <p:sp>
        <p:nvSpPr>
          <p:cNvPr id="1571" name="lvds-control-priority: 软件选择 / 外部强制优先"/>
          <p:cNvSpPr txBox="1"/>
          <p:nvPr/>
        </p:nvSpPr>
        <p:spPr>
          <a:xfrm>
            <a:off x="11585011" y="5093818"/>
            <a:ext cx="97691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软件选择 / 外部强制优先</a:t>
            </a:r>
          </a:p>
        </p:txBody>
      </p:sp>
      <p:sp>
        <p:nvSpPr>
          <p:cNvPr id="1572" name="lvds-control-independent: 强制不依赖 CPU/DDR"/>
          <p:cNvSpPr txBox="1"/>
          <p:nvPr/>
        </p:nvSpPr>
        <p:spPr>
          <a:xfrm>
            <a:off x="11629398" y="5215738"/>
            <a:ext cx="888137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强制不依赖 CPU/DDR</a:t>
            </a:r>
          </a:p>
        </p:txBody>
      </p:sp>
      <p:sp>
        <p:nvSpPr>
          <p:cNvPr id="1573" name="lvds-force-external"/>
          <p:cNvSpPr/>
          <p:nvPr/>
        </p:nvSpPr>
        <p:spPr>
          <a:xfrm>
            <a:off x="12835466" y="4944533"/>
            <a:ext cx="711200" cy="406400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4" name="lvds-force-title: 外部强制"/>
          <p:cNvSpPr txBox="1"/>
          <p:nvPr/>
        </p:nvSpPr>
        <p:spPr>
          <a:xfrm>
            <a:off x="12945533" y="4963770"/>
            <a:ext cx="491067" cy="157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外部强制</a:t>
            </a:r>
          </a:p>
        </p:txBody>
      </p:sp>
      <p:sp>
        <p:nvSpPr>
          <p:cNvPr id="1575" name="lvds-force-signal: BYPASS_FORCE"/>
          <p:cNvSpPr txBox="1"/>
          <p:nvPr/>
        </p:nvSpPr>
        <p:spPr>
          <a:xfrm>
            <a:off x="12870399" y="5111022"/>
            <a:ext cx="641334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BYPASS_FORCE</a:t>
            </a:r>
          </a:p>
        </p:txBody>
      </p:sp>
      <p:sp>
        <p:nvSpPr>
          <p:cNvPr id="1576" name="lvds-force-pin-status: 管脚待分配"/>
          <p:cNvSpPr txBox="1"/>
          <p:nvPr/>
        </p:nvSpPr>
        <p:spPr>
          <a:xfrm>
            <a:off x="12957386" y="5216008"/>
            <a:ext cx="467360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管脚待分配</a:t>
            </a:r>
          </a:p>
        </p:txBody>
      </p:sp>
      <p:sp>
        <p:nvSpPr>
          <p:cNvPr id="1577" name="lvds-bypass-title: 解串前串行旁路"/>
          <p:cNvSpPr txBox="1"/>
          <p:nvPr/>
        </p:nvSpPr>
        <p:spPr>
          <a:xfrm>
            <a:off x="11616266" y="3022939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解串前串行旁路</a:t>
            </a:r>
          </a:p>
        </p:txBody>
      </p:sp>
      <p:sp>
        <p:nvSpPr>
          <p:cNvPr id="1578" name="lvds-bypass-lanes: 128 对数据＋1 对时钟"/>
          <p:cNvSpPr txBox="1"/>
          <p:nvPr/>
        </p:nvSpPr>
        <p:spPr>
          <a:xfrm>
            <a:off x="11559646" y="3193627"/>
            <a:ext cx="926042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128 对数据＋1 对时钟</a:t>
            </a:r>
          </a:p>
        </p:txBody>
      </p:sp>
      <p:sp>
        <p:nvSpPr>
          <p:cNvPr id="1579" name="lvds-bypass-protocol: 保持传感器原始协议"/>
          <p:cNvSpPr txBox="1"/>
          <p:nvPr/>
        </p:nvSpPr>
        <p:spPr>
          <a:xfrm>
            <a:off x="11599333" y="3342640"/>
            <a:ext cx="846667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保持传感器原始协议</a:t>
            </a:r>
          </a:p>
        </p:txBody>
      </p:sp>
      <p:sp>
        <p:nvSpPr>
          <p:cNvPr id="1580" name="lvds-processor-compatibility: 需支持原始协议"/>
          <p:cNvSpPr txBox="1"/>
          <p:nvPr/>
        </p:nvSpPr>
        <p:spPr>
          <a:xfrm>
            <a:off x="12879493" y="6059288"/>
            <a:ext cx="623147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需支持原始协议</a:t>
            </a:r>
          </a:p>
        </p:txBody>
      </p:sp>
      <p:sp>
        <p:nvSpPr>
          <p:cNvPr id="1581" name="sensor-to-input-buffer"/>
          <p:cNvSpPr/>
          <p:nvPr/>
        </p:nvSpPr>
        <p:spPr>
          <a:xfrm>
            <a:off x="12124266" y="1517549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7112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2" name="lvds-raw-bypass"/>
          <p:cNvSpPr/>
          <p:nvPr/>
        </p:nvSpPr>
        <p:spPr>
          <a:xfrm>
            <a:off x="11396133" y="1517549"/>
            <a:ext cx="203200" cy="4199467"/>
          </a:xfrm>
          <a:custGeom>
            <a:avLst/>
            <a:gdLst/>
            <a:ahLst/>
            <a:cxnLst/>
            <a:rect l="0" t="0" r="r" b="b"/>
            <a:pathLst>
              <a:path w="203200" h="4199467" fill="none">
                <a:moveTo>
                  <a:pt x="0" y="0"/>
                </a:moveTo>
                <a:lnTo>
                  <a:pt x="0" y="4070451"/>
                </a:lnTo>
                <a:lnTo>
                  <a:pt x="203200" y="4070451"/>
                </a:lnTo>
                <a:lnTo>
                  <a:pt x="203200" y="4199467"/>
                </a:lnTo>
              </a:path>
            </a:pathLst>
          </a:custGeom>
          <a:noFill/>
          <a:ln w="16256" cap="flat">
            <a:solidFill>
              <a:srgbClr val="B96043"/>
            </a:solidFill>
            <a:custDash>
              <a:ds d="291667" sp="1875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3" name="lvds-serial-branch"/>
          <p:cNvSpPr/>
          <p:nvPr/>
        </p:nvSpPr>
        <p:spPr>
          <a:xfrm>
            <a:off x="11379200" y="1500616"/>
            <a:ext cx="33867" cy="33867"/>
          </a:xfrm>
          <a:prstGeom prst="ellipse">
            <a:avLst/>
          </a:prstGeom>
          <a:solidFill>
            <a:srgbClr val="B96043"/>
          </a:solidFill>
          <a:ln w="3387" cap="flat">
            <a:solidFill>
              <a:srgbClr val="B960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4" name="lvds-select-to-driver"/>
          <p:cNvSpPr/>
          <p:nvPr/>
        </p:nvSpPr>
        <p:spPr>
          <a:xfrm>
            <a:off x="11921066" y="58863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5" name="lvds-driver-to-processor"/>
          <p:cNvSpPr/>
          <p:nvPr/>
        </p:nvSpPr>
        <p:spPr>
          <a:xfrm>
            <a:off x="12632266" y="5886349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6" name="lvds-force-to-control"/>
          <p:cNvSpPr/>
          <p:nvPr/>
        </p:nvSpPr>
        <p:spPr>
          <a:xfrm>
            <a:off x="12632266" y="5147733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203200" y="0"/>
                </a:moveTo>
                <a:lnTo>
                  <a:pt x="0" y="0"/>
                </a:lnTo>
              </a:path>
            </a:pathLst>
          </a:custGeom>
          <a:noFill/>
          <a:ln w="10837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7" name="lvds-control-to-select"/>
          <p:cNvSpPr/>
          <p:nvPr/>
        </p:nvSpPr>
        <p:spPr>
          <a:xfrm>
            <a:off x="11819466" y="5350933"/>
            <a:ext cx="33867" cy="366083"/>
          </a:xfrm>
          <a:custGeom>
            <a:avLst/>
            <a:gdLst/>
            <a:ahLst/>
            <a:cxnLst/>
            <a:rect l="0" t="0" r="r" b="b"/>
            <a:pathLst>
              <a:path w="33867" h="366083" fill="none">
                <a:moveTo>
                  <a:pt x="33867" y="0"/>
                </a:moveTo>
                <a:lnTo>
                  <a:pt x="33867" y="203200"/>
                </a:lnTo>
                <a:lnTo>
                  <a:pt x="0" y="203200"/>
                </a:lnTo>
                <a:lnTo>
                  <a:pt x="0" y="366083"/>
                </a:lnTo>
              </a:path>
            </a:pathLst>
          </a:custGeom>
          <a:noFill/>
          <a:ln w="10837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3700915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14660</TotalTime>
  <Words>563</Words>
  <Application>Microsoft Office PowerPoint</Application>
  <PresentationFormat>宽屏</PresentationFormat>
  <Paragraphs>249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5912</cp:revision>
  <dcterms:created xsi:type="dcterms:W3CDTF">2019-11-26T03:41:00Z</dcterms:created>
  <dcterms:modified xsi:type="dcterms:W3CDTF">2026-10-22T08:33:54Z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