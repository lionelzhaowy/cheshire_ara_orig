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ame-f2"/>
          <p:cNvSpPr/>
          <p:nvPr/>
        </p:nvSpPr>
        <p:spPr>
          <a:xfrm>
            <a:off x="8072967" y="1839282"/>
            <a:ext cx="3121096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