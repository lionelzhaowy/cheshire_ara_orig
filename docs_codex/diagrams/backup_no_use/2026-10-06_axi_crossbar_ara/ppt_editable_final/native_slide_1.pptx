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83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8392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1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4" name="text-002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3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7" name="rect-003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4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9" name="text-005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10" name="text-006: 入端局部适配"/>
          <p:cNvSpPr txBox="1"/>
          <p:nvPr/>
        </p:nvSpPr>
        <p:spPr>
          <a:xfrm>
            <a:off x="2324100" y="1420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1" name="text-007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2" name="path-00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0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0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0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0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0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0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0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0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1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1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1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1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1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1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1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1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1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1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2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2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2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2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2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2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2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2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2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2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3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3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3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3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3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3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3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>
            <a:solidFill>
              <a:srgbClr val="C66A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01"/>
          <p:cNvSpPr/>
          <p:nvPr/>
        </p:nvSpPr>
        <p:spPr>
          <a:xfrm>
            <a:off x="6972300" y="29718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66A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37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>
            <a:solidFill>
              <a:srgbClr val="277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02"/>
          <p:cNvSpPr/>
          <p:nvPr/>
        </p:nvSpPr>
        <p:spPr>
          <a:xfrm>
            <a:off x="6972300" y="43434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04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08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3" name="rect-005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09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5" name="line-001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6" name="polygon-003"/>
          <p:cNvSpPr/>
          <p:nvPr/>
        </p:nvSpPr>
        <p:spPr>
          <a:xfrm>
            <a:off x="1981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ine-002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8" name="polygon-004"/>
          <p:cNvSpPr/>
          <p:nvPr/>
        </p:nvSpPr>
        <p:spPr>
          <a:xfrm>
            <a:off x="413004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06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10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1" name="text-011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62" name="rect-007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1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64" name="line-00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65" name="polygon-005"/>
          <p:cNvSpPr/>
          <p:nvPr/>
        </p:nvSpPr>
        <p:spPr>
          <a:xfrm>
            <a:off x="4130040" y="275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008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13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8" name="text-014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9" name="rect-009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15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71" name="rect-01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16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73" name="text-017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74" name="text-018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75" name="line-00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76" name="polygon-006"/>
          <p:cNvSpPr/>
          <p:nvPr/>
        </p:nvSpPr>
        <p:spPr>
          <a:xfrm>
            <a:off x="198120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" name="line-005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78" name="polygon-007"/>
          <p:cNvSpPr/>
          <p:nvPr/>
        </p:nvSpPr>
        <p:spPr>
          <a:xfrm>
            <a:off x="413004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-011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1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1" name="text-02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82" name="rect-012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21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84" name="line-006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85" name="polygon-008"/>
          <p:cNvSpPr/>
          <p:nvPr/>
        </p:nvSpPr>
        <p:spPr>
          <a:xfrm>
            <a:off x="41300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13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22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8" name="text-023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9" name="rect-014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24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91" name="line-007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92" name="polygon-009"/>
          <p:cNvSpPr/>
          <p:nvPr/>
        </p:nvSpPr>
        <p:spPr>
          <a:xfrm>
            <a:off x="4130040" y="5036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-015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25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5" name="text-026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96" name="rect-016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27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98" name="line-008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99" name="polygon-010"/>
          <p:cNvSpPr/>
          <p:nvPr/>
        </p:nvSpPr>
        <p:spPr>
          <a:xfrm>
            <a:off x="4130040" y="579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17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028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2" name="text-029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103" name="rect-018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030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105" name="line-009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06" name="polygon-011"/>
          <p:cNvSpPr/>
          <p:nvPr/>
        </p:nvSpPr>
        <p:spPr>
          <a:xfrm>
            <a:off x="413004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019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031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9" name="text-032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110" name="text-033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111" name="text-034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12" name="rect-020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035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14" name="text-036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0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16" name="polygon-012"/>
          <p:cNvSpPr/>
          <p:nvPr/>
        </p:nvSpPr>
        <p:spPr>
          <a:xfrm>
            <a:off x="8458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-021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03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19" name="text-03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0" name="line-011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21" name="polygon-013"/>
          <p:cNvSpPr/>
          <p:nvPr/>
        </p:nvSpPr>
        <p:spPr>
          <a:xfrm>
            <a:off x="8458200" y="2979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-022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039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24" name="text-040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5" name="line-012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26" name="polygon-014"/>
          <p:cNvSpPr/>
          <p:nvPr/>
        </p:nvSpPr>
        <p:spPr>
          <a:xfrm>
            <a:off x="8458200" y="43510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-023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041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29" name="text-042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0" name="line-013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31" name="polygon-015"/>
          <p:cNvSpPr/>
          <p:nvPr/>
        </p:nvSpPr>
        <p:spPr>
          <a:xfrm>
            <a:off x="8458200" y="5646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-024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043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34" name="text-044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5" name="line-01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36" name="polygon-016"/>
          <p:cNvSpPr/>
          <p:nvPr/>
        </p:nvSpPr>
        <p:spPr>
          <a:xfrm>
            <a:off x="845820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025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045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39" name="text-046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40" name="rect-026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047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42" name="text-048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43" name="text-049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44" name="rect-027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050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46" name="text-051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47" name="text-052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48" name="text-053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49" name="text-054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50" name="text-055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51" name="rect-028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-056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53" name="text-057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54" name="rect-029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058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56" name="text-059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57" name="rect-030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060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59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60" name="text-062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61" name="text-063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62" name="text-064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+ Ara AXI Crossbar — editable shapes</dc:title>
  <dc:subject>Native shapes and text; no SVG conversion required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