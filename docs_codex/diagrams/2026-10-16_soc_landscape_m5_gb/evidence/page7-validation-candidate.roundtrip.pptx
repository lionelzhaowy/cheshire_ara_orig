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  <p:sldId id="811" r:id="rId14"/>
    <p:sldId id="812" r:id="rId15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第7页：从含F3虚线补修的第6页原生复制。C1～C16按功能重排并同步模块标记；旧公共控制C12变为C14。图像采集区左右镜像，文字正常；RAW仍绕过ISP。新增片外图像传感器→LVDS RX、LVDS TX→后级处理的橙色实线数据连接。帧输出DMA仍为二维AXI读。保持F1/F2/F3深蓝双向虚线、ISP↔GB绿色双向虚线、F0及四条下游DDR双向实线。前六页、主题、母版、布局与依赖原样保留。配置编号不是寄存器地址；未改RTL；Office未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3121096" cy="2475653"/>
          </a:xfrm>
          <a:custGeom>
            <a:avLst/>
            <a:gdLst/>
            <a:ahLst/>
            <a:cxnLst/>
            <a:rect l="0" t="0" r="r" b="b"/>
            <a:pathLst>
              <a:path w="3121096" h="2475653" fill="none">
                <a:moveTo>
                  <a:pt x="0" y="0"/>
                </a:moveTo>
                <a:lnTo>
                  <a:pt x="0" y="152400"/>
                </a:lnTo>
                <a:lnTo>
                  <a:pt x="1101513" y="152400"/>
                </a:lnTo>
                <a:cubicBezTo>
                  <a:pt x="1126349" y="107244"/>
                  <a:pt x="1151184" y="107244"/>
                  <a:pt x="1176020" y="152400"/>
                </a:cubicBezTo>
                <a:lnTo>
                  <a:pt x="3103033" y="152400"/>
                </a:lnTo>
                <a:lnTo>
                  <a:pt x="3103033" y="487680"/>
                </a:lnTo>
                <a:cubicBezTo>
                  <a:pt x="3121096" y="501227"/>
                  <a:pt x="3121096" y="514773"/>
                  <a:pt x="3103033" y="528320"/>
                </a:cubicBezTo>
                <a:lnTo>
                  <a:pt x="3103033" y="2286000"/>
                </a:lnTo>
                <a:lnTo>
                  <a:pt x="1971887" y="2286000"/>
                </a:lnTo>
                <a:cubicBezTo>
                  <a:pt x="1958340" y="2267938"/>
                  <a:pt x="1944793" y="2267938"/>
                  <a:pt x="1931247" y="2286000"/>
                </a:cubicBezTo>
                <a:lnTo>
                  <a:pt x="393700" y="2286000"/>
                </a:lnTo>
                <a:lnTo>
                  <a:pt x="393700" y="2316480"/>
                </a:lnTo>
                <a:cubicBezTo>
                  <a:pt x="411762" y="2330027"/>
                  <a:pt x="411762" y="2343573"/>
                  <a:pt x="393700" y="2357120"/>
                </a:cubicBezTo>
                <a:lnTo>
                  <a:pt x="393700" y="24756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6740" y="145089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9940" y="144073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9940" y="197244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3638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80627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986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339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22288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2733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55566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5764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51003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2621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308685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10937082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29139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40607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12669" y="263961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6933" y="1379508"/>
            <a:ext cx="643467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446934" y="1521478"/>
            <a:ext cx="64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  <vt:lpstr>SoC硬件层：恢复五条虚线 / 保留双向接口</vt:lpstr>
      <vt:lpstr>SoC硬件层：功能配置重排 / 片外LVDS连接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