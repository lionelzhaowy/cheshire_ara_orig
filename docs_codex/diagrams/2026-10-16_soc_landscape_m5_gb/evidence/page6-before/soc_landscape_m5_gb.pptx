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  <p:sldId id="810" r:id="rId13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：F0–F3及四条下游DDR接口双向表示请求/响应；F2写入的反向是B响应，F3读取的反向是R数据，不改变发起者。C1–C8/C9–C16位于Regbus下方两行；恢复第3页原生标题，正文下移，不缩小字体。仅图稿规划，未修改RTL或冻结接口参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  <vt:lpstr>SoC硬件层：双向DDR接口 / 两行扩展配置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