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4365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48260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1308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11352"/>
          </a:xfrm>
          <a:custGeom>
            <a:avLst/>
            <a:gdLst/>
            <a:ahLst/>
            <a:cxnLst/>
            <a:rect l="0" t="0" r="r" b="b"/>
            <a:pathLst>
              <a:path w="198967" h="911352" fill="none">
                <a:moveTo>
                  <a:pt x="0" y="0"/>
                </a:moveTo>
                <a:lnTo>
                  <a:pt x="198967" y="0"/>
                </a:lnTo>
                <a:lnTo>
                  <a:pt x="198967" y="9113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onfig-trunk"/>
          <p:cNvSpPr/>
          <p:nvPr/>
        </p:nvSpPr>
        <p:spPr>
          <a:xfrm>
            <a:off x="563562" y="62250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fg-C1"/>
          <p:cNvSpPr/>
          <p:nvPr/>
        </p:nvSpPr>
        <p:spPr>
          <a:xfrm>
            <a:off x="56356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fg-C2"/>
          <p:cNvSpPr/>
          <p:nvPr/>
        </p:nvSpPr>
        <p:spPr>
          <a:xfrm>
            <a:off x="125550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fg-C3"/>
          <p:cNvSpPr/>
          <p:nvPr/>
        </p:nvSpPr>
        <p:spPr>
          <a:xfrm>
            <a:off x="194743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fg-C4"/>
          <p:cNvSpPr/>
          <p:nvPr/>
        </p:nvSpPr>
        <p:spPr>
          <a:xfrm>
            <a:off x="263937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fg-C5"/>
          <p:cNvSpPr/>
          <p:nvPr/>
        </p:nvSpPr>
        <p:spPr>
          <a:xfrm>
            <a:off x="333131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fg-C6"/>
          <p:cNvSpPr/>
          <p:nvPr/>
        </p:nvSpPr>
        <p:spPr>
          <a:xfrm>
            <a:off x="402325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fg-C7"/>
          <p:cNvSpPr/>
          <p:nvPr/>
        </p:nvSpPr>
        <p:spPr>
          <a:xfrm>
            <a:off x="471519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fg-C8"/>
          <p:cNvSpPr/>
          <p:nvPr/>
        </p:nvSpPr>
        <p:spPr>
          <a:xfrm>
            <a:off x="540713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fg-C9"/>
          <p:cNvSpPr/>
          <p:nvPr/>
        </p:nvSpPr>
        <p:spPr>
          <a:xfrm>
            <a:off x="609906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fg-C10"/>
          <p:cNvSpPr/>
          <p:nvPr/>
        </p:nvSpPr>
        <p:spPr>
          <a:xfrm>
            <a:off x="679100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fg-C11"/>
          <p:cNvSpPr/>
          <p:nvPr/>
        </p:nvSpPr>
        <p:spPr>
          <a:xfrm>
            <a:off x="748294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fg-C12"/>
          <p:cNvSpPr/>
          <p:nvPr/>
        </p:nvSpPr>
        <p:spPr>
          <a:xfrm>
            <a:off x="817488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fg-C13"/>
          <p:cNvSpPr/>
          <p:nvPr/>
        </p:nvSpPr>
        <p:spPr>
          <a:xfrm>
            <a:off x="886682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fg-C14"/>
          <p:cNvSpPr/>
          <p:nvPr/>
        </p:nvSpPr>
        <p:spPr>
          <a:xfrm>
            <a:off x="955876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fg-C15"/>
          <p:cNvSpPr/>
          <p:nvPr/>
        </p:nvSpPr>
        <p:spPr>
          <a:xfrm>
            <a:off x="1025069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fg-C16"/>
          <p:cNvSpPr/>
          <p:nvPr/>
        </p:nvSpPr>
        <p:spPr>
          <a:xfrm>
            <a:off x="1094263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785-1838.1"/>
          <p:cNvSpPr/>
          <p:nvPr/>
        </p:nvSpPr>
        <p:spPr>
          <a:xfrm>
            <a:off x="6028267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66.40625-1838.1"/>
          <p:cNvSpPr/>
          <p:nvPr/>
        </p:nvSpPr>
        <p:spPr>
          <a:xfrm>
            <a:off x="54662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370.71875-1838.1"/>
          <p:cNvSpPr/>
          <p:nvPr/>
        </p:nvSpPr>
        <p:spPr>
          <a:xfrm>
            <a:off x="123856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575.03125-1838.1"/>
          <p:cNvSpPr/>
          <p:nvPr/>
        </p:nvSpPr>
        <p:spPr>
          <a:xfrm>
            <a:off x="193050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779.34375-1838.1"/>
          <p:cNvSpPr/>
          <p:nvPr/>
        </p:nvSpPr>
        <p:spPr>
          <a:xfrm>
            <a:off x="262244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983.65625-1838.1"/>
          <p:cNvSpPr/>
          <p:nvPr/>
        </p:nvSpPr>
        <p:spPr>
          <a:xfrm>
            <a:off x="331438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187.96875-1838.1"/>
          <p:cNvSpPr/>
          <p:nvPr/>
        </p:nvSpPr>
        <p:spPr>
          <a:xfrm>
            <a:off x="400632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392.28125-1838.1"/>
          <p:cNvSpPr/>
          <p:nvPr/>
        </p:nvSpPr>
        <p:spPr>
          <a:xfrm>
            <a:off x="469825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596.59375-1838.1"/>
          <p:cNvSpPr/>
          <p:nvPr/>
        </p:nvSpPr>
        <p:spPr>
          <a:xfrm>
            <a:off x="539019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800.90625-1838.1"/>
          <p:cNvSpPr/>
          <p:nvPr/>
        </p:nvSpPr>
        <p:spPr>
          <a:xfrm>
            <a:off x="608213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2005.21875-1838.1"/>
          <p:cNvSpPr/>
          <p:nvPr/>
        </p:nvSpPr>
        <p:spPr>
          <a:xfrm>
            <a:off x="677407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2209.53125-1838.1"/>
          <p:cNvSpPr/>
          <p:nvPr/>
        </p:nvSpPr>
        <p:spPr>
          <a:xfrm>
            <a:off x="746601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2413.84375-1838.1"/>
          <p:cNvSpPr/>
          <p:nvPr/>
        </p:nvSpPr>
        <p:spPr>
          <a:xfrm>
            <a:off x="815795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2618.15625-1838.1"/>
          <p:cNvSpPr/>
          <p:nvPr/>
        </p:nvSpPr>
        <p:spPr>
          <a:xfrm>
            <a:off x="884988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2822.46875-1838.1"/>
          <p:cNvSpPr/>
          <p:nvPr/>
        </p:nvSpPr>
        <p:spPr>
          <a:xfrm>
            <a:off x="954182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3026.78125-1838.1"/>
          <p:cNvSpPr/>
          <p:nvPr/>
        </p:nvSpPr>
        <p:spPr>
          <a:xfrm>
            <a:off x="1023376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3231.09375-1838.1"/>
          <p:cNvSpPr/>
          <p:nvPr/>
        </p:nvSpPr>
        <p:spPr>
          <a:xfrm>
            <a:off x="1092570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rgbClr val="DAE3F3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1"/>
          <p:cNvSpPr/>
          <p:nvPr/>
        </p:nvSpPr>
        <p:spPr>
          <a:xfrm>
            <a:off x="24130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1"/>
          <p:cNvSpPr/>
          <p:nvPr/>
        </p:nvSpPr>
        <p:spPr>
          <a:xfrm>
            <a:off x="26500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2"/>
          <p:cNvSpPr/>
          <p:nvPr/>
        </p:nvSpPr>
        <p:spPr>
          <a:xfrm>
            <a:off x="93323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2"/>
          <p:cNvSpPr/>
          <p:nvPr/>
        </p:nvSpPr>
        <p:spPr>
          <a:xfrm>
            <a:off x="95694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3"/>
          <p:cNvSpPr/>
          <p:nvPr/>
        </p:nvSpPr>
        <p:spPr>
          <a:xfrm>
            <a:off x="162517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3"/>
          <p:cNvSpPr/>
          <p:nvPr/>
        </p:nvSpPr>
        <p:spPr>
          <a:xfrm>
            <a:off x="164888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4"/>
          <p:cNvSpPr/>
          <p:nvPr/>
        </p:nvSpPr>
        <p:spPr>
          <a:xfrm>
            <a:off x="231711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4"/>
          <p:cNvSpPr/>
          <p:nvPr/>
        </p:nvSpPr>
        <p:spPr>
          <a:xfrm>
            <a:off x="234082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5"/>
          <p:cNvSpPr/>
          <p:nvPr/>
        </p:nvSpPr>
        <p:spPr>
          <a:xfrm>
            <a:off x="300905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5"/>
          <p:cNvSpPr/>
          <p:nvPr/>
        </p:nvSpPr>
        <p:spPr>
          <a:xfrm>
            <a:off x="303276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6"/>
          <p:cNvSpPr/>
          <p:nvPr/>
        </p:nvSpPr>
        <p:spPr>
          <a:xfrm>
            <a:off x="370099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6"/>
          <p:cNvSpPr/>
          <p:nvPr/>
        </p:nvSpPr>
        <p:spPr>
          <a:xfrm>
            <a:off x="372469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7"/>
          <p:cNvSpPr/>
          <p:nvPr/>
        </p:nvSpPr>
        <p:spPr>
          <a:xfrm>
            <a:off x="439293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7"/>
          <p:cNvSpPr/>
          <p:nvPr/>
        </p:nvSpPr>
        <p:spPr>
          <a:xfrm>
            <a:off x="441663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8"/>
          <p:cNvSpPr/>
          <p:nvPr/>
        </p:nvSpPr>
        <p:spPr>
          <a:xfrm>
            <a:off x="508486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8"/>
          <p:cNvSpPr/>
          <p:nvPr/>
        </p:nvSpPr>
        <p:spPr>
          <a:xfrm>
            <a:off x="510857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nfig-C9"/>
          <p:cNvSpPr/>
          <p:nvPr/>
        </p:nvSpPr>
        <p:spPr>
          <a:xfrm>
            <a:off x="577680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g-badge-C9"/>
          <p:cNvSpPr/>
          <p:nvPr/>
        </p:nvSpPr>
        <p:spPr>
          <a:xfrm>
            <a:off x="580051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onfig-C10"/>
          <p:cNvSpPr/>
          <p:nvPr/>
        </p:nvSpPr>
        <p:spPr>
          <a:xfrm>
            <a:off x="646874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g-badge-C10"/>
          <p:cNvSpPr/>
          <p:nvPr/>
        </p:nvSpPr>
        <p:spPr>
          <a:xfrm>
            <a:off x="649245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onfig-C11"/>
          <p:cNvSpPr/>
          <p:nvPr/>
        </p:nvSpPr>
        <p:spPr>
          <a:xfrm>
            <a:off x="716068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g-badge-C11"/>
          <p:cNvSpPr/>
          <p:nvPr/>
        </p:nvSpPr>
        <p:spPr>
          <a:xfrm>
            <a:off x="718439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nfig-C12"/>
          <p:cNvSpPr/>
          <p:nvPr/>
        </p:nvSpPr>
        <p:spPr>
          <a:xfrm>
            <a:off x="785262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g-badge-C12"/>
          <p:cNvSpPr/>
          <p:nvPr/>
        </p:nvSpPr>
        <p:spPr>
          <a:xfrm>
            <a:off x="787632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nfig-C13"/>
          <p:cNvSpPr/>
          <p:nvPr/>
        </p:nvSpPr>
        <p:spPr>
          <a:xfrm>
            <a:off x="854456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g-badge-C13"/>
          <p:cNvSpPr/>
          <p:nvPr/>
        </p:nvSpPr>
        <p:spPr>
          <a:xfrm>
            <a:off x="856826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nfig-C14"/>
          <p:cNvSpPr/>
          <p:nvPr/>
        </p:nvSpPr>
        <p:spPr>
          <a:xfrm>
            <a:off x="923649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g-badge-C14"/>
          <p:cNvSpPr/>
          <p:nvPr/>
        </p:nvSpPr>
        <p:spPr>
          <a:xfrm>
            <a:off x="926020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onfig-C15"/>
          <p:cNvSpPr/>
          <p:nvPr/>
        </p:nvSpPr>
        <p:spPr>
          <a:xfrm>
            <a:off x="992843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g-badge-C15"/>
          <p:cNvSpPr/>
          <p:nvPr/>
        </p:nvSpPr>
        <p:spPr>
          <a:xfrm>
            <a:off x="995214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config-C16"/>
          <p:cNvSpPr/>
          <p:nvPr/>
        </p:nvSpPr>
        <p:spPr>
          <a:xfrm>
            <a:off x="1062037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g-badge-C16"/>
          <p:cNvSpPr/>
          <p:nvPr/>
        </p:nvSpPr>
        <p:spPr>
          <a:xfrm>
            <a:off x="1064408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i-vdma"/>
          <p:cNvSpPr/>
          <p:nvPr/>
        </p:nvSpPr>
        <p:spPr>
          <a:xfrm>
            <a:off x="10261600" y="44873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badge-C13"/>
          <p:cNvSpPr/>
          <p:nvPr/>
        </p:nvSpPr>
        <p:spPr>
          <a:xfrm>
            <a:off x="10938933" y="4500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i-fifo"/>
          <p:cNvSpPr/>
          <p:nvPr/>
        </p:nvSpPr>
        <p:spPr>
          <a:xfrm>
            <a:off x="10261600" y="4876800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lvds-tx"/>
          <p:cNvSpPr/>
          <p:nvPr/>
        </p:nvSpPr>
        <p:spPr>
          <a:xfrm>
            <a:off x="10261600" y="5181600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4"/>
          <p:cNvSpPr/>
          <p:nvPr/>
        </p:nvSpPr>
        <p:spPr>
          <a:xfrm>
            <a:off x="10938933" y="51951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93602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403268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95436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95436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7243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95436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98112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314342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918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87579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703809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75784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99601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860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81845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9807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