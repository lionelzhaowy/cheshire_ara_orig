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0933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基础端口 + GB / 扩展  |  64 bit 数据 / 48 bit 地址  | 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01" name="xbar-shared-gb"/>
          <p:cNvSpPr/>
          <p:nvPr/>
        </p:nvSpPr>
        <p:spPr>
          <a:xfrm>
            <a:off x="3522133" y="2082800"/>
            <a:ext cx="1189573" cy="891167"/>
          </a:xfrm>
          <a:custGeom>
            <a:avLst/>
            <a:gdLst/>
            <a:ahLst/>
            <a:cxnLst/>
            <a:rect l="0" t="0" r="r" b="b"/>
            <a:pathLst>
              <a:path w="1189573" h="891167" fill="none">
                <a:moveTo>
                  <a:pt x="0" y="891167"/>
                </a:moveTo>
                <a:lnTo>
                  <a:pt x="0" y="0"/>
                </a:lnTo>
                <a:lnTo>
                  <a:pt x="1189573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gb-target-port"/>
          <p:cNvSpPr/>
          <p:nvPr/>
        </p:nvSpPr>
        <p:spPr>
          <a:xfrm>
            <a:off x="3335867" y="2973967"/>
            <a:ext cx="372533" cy="9821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gb-target-label: M_GB"/>
          <p:cNvSpPr txBox="1"/>
          <p:nvPr/>
        </p:nvSpPr>
        <p:spPr>
          <a:xfrm>
            <a:off x="3375925" y="2960692"/>
            <a:ext cx="29241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M_GB</a:t>
            </a:r>
          </a:p>
        </p:txBody>
      </p:sp>
      <p:sp>
        <p:nvSpPr>
          <p:cNvPr id="1204" name="shared-gb-label: CPU / Ara 共享出口"/>
          <p:cNvSpPr txBox="1"/>
          <p:nvPr/>
        </p:nvSpPr>
        <p:spPr>
          <a:xfrm>
            <a:off x="3641246" y="1813899"/>
            <a:ext cx="9809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CPU / Ara 共享出口</a:t>
            </a:r>
          </a:p>
        </p:txBody>
      </p:sp>
      <p:sp>
        <p:nvSpPr>
          <p:cNvPr id="1205" name="shared-gb-width: AXI64 → GB 适配"/>
          <p:cNvSpPr txBox="1"/>
          <p:nvPr/>
        </p:nvSpPr>
        <p:spPr>
          <a:xfrm>
            <a:off x="3717555" y="1943134"/>
            <a:ext cx="828358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AXI64 → GB 适配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