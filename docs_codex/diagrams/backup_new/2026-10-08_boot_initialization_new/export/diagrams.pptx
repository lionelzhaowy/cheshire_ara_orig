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552000" cy="423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itialization_hw_sw-000"/>
          <p:cNvSpPr/>
          <p:nvPr/>
        </p:nvSpPr>
        <p:spPr>
          <a:xfrm>
            <a:off x="0" y="386750"/>
            <a:ext cx="6552000" cy="34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nitialization_hw_sw-001: CVA6 execution"/>
          <p:cNvSpPr txBox="1"/>
          <p:nvPr/>
        </p:nvSpPr>
        <p:spPr>
          <a:xfrm>
            <a:off x="758250" y="485758"/>
            <a:ext cx="103149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 execution</a:t>
            </a:r>
          </a:p>
        </p:txBody>
      </p:sp>
      <p:sp>
        <p:nvSpPr>
          <p:cNvPr id="4" name="initialization_hw_sw-002: Hardware resources"/>
          <p:cNvSpPr txBox="1"/>
          <p:nvPr/>
        </p:nvSpPr>
        <p:spPr>
          <a:xfrm>
            <a:off x="4367780" y="485758"/>
            <a:ext cx="127444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Hardware resources</a:t>
            </a:r>
          </a:p>
        </p:txBody>
      </p:sp>
      <p:sp>
        <p:nvSpPr>
          <p:cNvPr id="5" name="initialization_hw_sw-003"/>
          <p:cNvSpPr/>
          <p:nvPr/>
        </p:nvSpPr>
        <p:spPr>
          <a:xfrm>
            <a:off x="345800" y="859950"/>
            <a:ext cx="1856400" cy="600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nitialization_hw_sw-004: Boot ROM assembly"/>
          <p:cNvSpPr txBox="1"/>
          <p:nvPr/>
        </p:nvSpPr>
        <p:spPr>
          <a:xfrm>
            <a:off x="626215" y="986258"/>
            <a:ext cx="129557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Boot ROM assembly</a:t>
            </a:r>
          </a:p>
        </p:txBody>
      </p:sp>
      <p:sp>
        <p:nvSpPr>
          <p:cNvPr id="7" name="initialization_hw_sw-005: cheshire_bootrom.S"/>
          <p:cNvSpPr txBox="1"/>
          <p:nvPr/>
        </p:nvSpPr>
        <p:spPr>
          <a:xfrm>
            <a:off x="640242" y="1140958"/>
            <a:ext cx="126751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cheshire_bootrom.S</a:t>
            </a:r>
          </a:p>
        </p:txBody>
      </p:sp>
      <p:sp>
        <p:nvSpPr>
          <p:cNvPr id="8" name="initialization_hw_sw-006"/>
          <p:cNvSpPr/>
          <p:nvPr/>
        </p:nvSpPr>
        <p:spPr>
          <a:xfrm>
            <a:off x="345800" y="1924650"/>
            <a:ext cx="1856400" cy="600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nitialization_hw_sw-007: Boot ROM C"/>
          <p:cNvSpPr txBox="1"/>
          <p:nvPr/>
        </p:nvSpPr>
        <p:spPr>
          <a:xfrm>
            <a:off x="849258" y="2050958"/>
            <a:ext cx="84948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Boot ROM C</a:t>
            </a:r>
          </a:p>
        </p:txBody>
      </p:sp>
      <p:sp>
        <p:nvSpPr>
          <p:cNvPr id="10" name="initialization_hw_sw-008: cheshire_bootrom.c"/>
          <p:cNvSpPr txBox="1"/>
          <p:nvPr/>
        </p:nvSpPr>
        <p:spPr>
          <a:xfrm>
            <a:off x="650878" y="2205658"/>
            <a:ext cx="124624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cheshire_bootrom.c</a:t>
            </a:r>
          </a:p>
        </p:txBody>
      </p:sp>
      <p:sp>
        <p:nvSpPr>
          <p:cNvPr id="11" name="initialization_hw_sw-009"/>
          <p:cNvSpPr/>
          <p:nvPr/>
        </p:nvSpPr>
        <p:spPr>
          <a:xfrm>
            <a:off x="345800" y="3025750"/>
            <a:ext cx="1856400" cy="546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initialization_hw_sw-010: Payload CRT0"/>
          <p:cNvSpPr txBox="1"/>
          <p:nvPr/>
        </p:nvSpPr>
        <p:spPr>
          <a:xfrm>
            <a:off x="797217" y="3124758"/>
            <a:ext cx="95356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Payload CRT0</a:t>
            </a:r>
          </a:p>
        </p:txBody>
      </p:sp>
      <p:sp>
        <p:nvSpPr>
          <p:cNvPr id="13" name="initialization_hw_sw-011: sw/lib/crt0.S"/>
          <p:cNvSpPr txBox="1"/>
          <p:nvPr/>
        </p:nvSpPr>
        <p:spPr>
          <a:xfrm>
            <a:off x="866953" y="3279458"/>
            <a:ext cx="81409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sw/lib/crt0.S</a:t>
            </a:r>
          </a:p>
        </p:txBody>
      </p:sp>
      <p:sp>
        <p:nvSpPr>
          <p:cNvPr id="14" name="initialization_hw_sw-012"/>
          <p:cNvSpPr/>
          <p:nvPr/>
        </p:nvSpPr>
        <p:spPr>
          <a:xfrm>
            <a:off x="1274000" y="1460550"/>
            <a:ext cx="1" cy="464100"/>
          </a:xfrm>
          <a:custGeom>
            <a:avLst/>
            <a:gdLst/>
            <a:ahLst/>
            <a:cxnLst/>
            <a:rect l="0" t="0" r="r" b="b"/>
            <a:pathLst>
              <a:path w="1" h="464100">
                <a:moveTo>
                  <a:pt x="0" y="0"/>
                </a:moveTo>
                <a:lnTo>
                  <a:pt x="0" y="464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initialization_hw_sw-013"/>
          <p:cNvSpPr/>
          <p:nvPr/>
        </p:nvSpPr>
        <p:spPr>
          <a:xfrm>
            <a:off x="1248520" y="18700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initialization_hw_sw-014"/>
          <p:cNvSpPr/>
          <p:nvPr/>
        </p:nvSpPr>
        <p:spPr>
          <a:xfrm>
            <a:off x="1274000" y="2525250"/>
            <a:ext cx="1" cy="500500"/>
          </a:xfrm>
          <a:custGeom>
            <a:avLst/>
            <a:gdLst/>
            <a:ahLst/>
            <a:cxnLst/>
            <a:rect l="0" t="0" r="r" b="b"/>
            <a:pathLst>
              <a:path w="1" h="500500">
                <a:moveTo>
                  <a:pt x="0" y="0"/>
                </a:moveTo>
                <a:lnTo>
                  <a:pt x="0" y="5005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nitialization_hw_sw-015"/>
          <p:cNvSpPr/>
          <p:nvPr/>
        </p:nvSpPr>
        <p:spPr>
          <a:xfrm>
            <a:off x="1248520" y="29711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nitialization_hw_sw-016"/>
          <p:cNvSpPr/>
          <p:nvPr/>
        </p:nvSpPr>
        <p:spPr>
          <a:xfrm>
            <a:off x="4331600" y="859950"/>
            <a:ext cx="1847300" cy="6006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nitialization_hw_sw-017: LLC configuration"/>
          <p:cNvSpPr txBox="1"/>
          <p:nvPr/>
        </p:nvSpPr>
        <p:spPr>
          <a:xfrm>
            <a:off x="4692251" y="908908"/>
            <a:ext cx="112599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configuration</a:t>
            </a:r>
          </a:p>
        </p:txBody>
      </p:sp>
      <p:sp>
        <p:nvSpPr>
          <p:cNvPr id="20" name="initialization_hw_sw-018: DONE / BIST_OUT"/>
          <p:cNvSpPr txBox="1"/>
          <p:nvPr/>
        </p:nvSpPr>
        <p:spPr>
          <a:xfrm>
            <a:off x="4642962" y="1063608"/>
            <a:ext cx="122457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DONE / BIST_OUT</a:t>
            </a:r>
          </a:p>
        </p:txBody>
      </p:sp>
      <p:sp>
        <p:nvSpPr>
          <p:cNvPr id="21" name="initialization_hw_sw-019: CFG_SPM / COMMIT"/>
          <p:cNvSpPr txBox="1"/>
          <p:nvPr/>
        </p:nvSpPr>
        <p:spPr>
          <a:xfrm>
            <a:off x="4572259" y="1218308"/>
            <a:ext cx="13659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CFG_SPM / COMMIT</a:t>
            </a:r>
          </a:p>
        </p:txBody>
      </p:sp>
      <p:sp>
        <p:nvSpPr>
          <p:cNvPr id="22" name="initialization_hw_sw-020"/>
          <p:cNvSpPr/>
          <p:nvPr/>
        </p:nvSpPr>
        <p:spPr>
          <a:xfrm>
            <a:off x="4331600" y="1915550"/>
            <a:ext cx="1847300" cy="5005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initialization_hw_sw-021: SPI / SD / EEPROM"/>
          <p:cNvSpPr txBox="1"/>
          <p:nvPr/>
        </p:nvSpPr>
        <p:spPr>
          <a:xfrm>
            <a:off x="4618150" y="2069158"/>
            <a:ext cx="127419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SPI / SD / EEPROM</a:t>
            </a:r>
          </a:p>
        </p:txBody>
      </p:sp>
      <p:sp>
        <p:nvSpPr>
          <p:cNvPr id="24" name="initialization_hw_sw-022"/>
          <p:cNvSpPr/>
          <p:nvPr/>
        </p:nvSpPr>
        <p:spPr>
          <a:xfrm>
            <a:off x="4331600" y="2925650"/>
            <a:ext cx="1847300" cy="6461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initialization_hw_sw-023: LLC data array / SPM"/>
          <p:cNvSpPr txBox="1"/>
          <p:nvPr/>
        </p:nvSpPr>
        <p:spPr>
          <a:xfrm>
            <a:off x="4579077" y="3074708"/>
            <a:ext cx="135234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data array / SPM</a:t>
            </a:r>
          </a:p>
        </p:txBody>
      </p:sp>
      <p:sp>
        <p:nvSpPr>
          <p:cNvPr id="26" name="initialization_hw_sw-024: Code · data · stack"/>
          <p:cNvSpPr txBox="1"/>
          <p:nvPr/>
        </p:nvSpPr>
        <p:spPr>
          <a:xfrm>
            <a:off x="4653413" y="3229408"/>
            <a:ext cx="120367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Code · data · stack</a:t>
            </a:r>
          </a:p>
        </p:txBody>
      </p:sp>
      <p:sp>
        <p:nvSpPr>
          <p:cNvPr id="27" name="initialization_hw_sw-025"/>
          <p:cNvSpPr/>
          <p:nvPr/>
        </p:nvSpPr>
        <p:spPr>
          <a:xfrm>
            <a:off x="2202200" y="1041950"/>
            <a:ext cx="2129400" cy="1"/>
          </a:xfrm>
          <a:custGeom>
            <a:avLst/>
            <a:gdLst/>
            <a:ahLst/>
            <a:cxnLst/>
            <a:rect l="0" t="0" r="r" b="b"/>
            <a:pathLst>
              <a:path w="2129400" h="1">
                <a:moveTo>
                  <a:pt x="0" y="0"/>
                </a:moveTo>
                <a:lnTo>
                  <a:pt x="2129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initialization_hw_sw-026"/>
          <p:cNvSpPr/>
          <p:nvPr/>
        </p:nvSpPr>
        <p:spPr>
          <a:xfrm>
            <a:off x="4277000" y="10164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initialization_hw_sw-027: poll / configure"/>
          <p:cNvSpPr txBox="1"/>
          <p:nvPr/>
        </p:nvSpPr>
        <p:spPr>
          <a:xfrm>
            <a:off x="2795748" y="832286"/>
            <a:ext cx="88770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poll / configure</a:t>
            </a:r>
          </a:p>
        </p:txBody>
      </p:sp>
      <p:sp>
        <p:nvSpPr>
          <p:cNvPr id="30" name="initialization_hw_sw-028"/>
          <p:cNvSpPr/>
          <p:nvPr/>
        </p:nvSpPr>
        <p:spPr>
          <a:xfrm>
            <a:off x="2202200" y="2097550"/>
            <a:ext cx="2129400" cy="1"/>
          </a:xfrm>
          <a:custGeom>
            <a:avLst/>
            <a:gdLst/>
            <a:ahLst/>
            <a:cxnLst/>
            <a:rect l="0" t="0" r="r" b="b"/>
            <a:pathLst>
              <a:path w="2129400" h="1">
                <a:moveTo>
                  <a:pt x="0" y="0"/>
                </a:moveTo>
                <a:lnTo>
                  <a:pt x="2129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initialization_hw_sw-029"/>
          <p:cNvSpPr/>
          <p:nvPr/>
        </p:nvSpPr>
        <p:spPr>
          <a:xfrm>
            <a:off x="4277000" y="20720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initialization_hw_sw-030: device driver"/>
          <p:cNvSpPr txBox="1"/>
          <p:nvPr/>
        </p:nvSpPr>
        <p:spPr>
          <a:xfrm>
            <a:off x="2836036" y="1887886"/>
            <a:ext cx="78892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device driver</a:t>
            </a:r>
          </a:p>
        </p:txBody>
      </p:sp>
      <p:sp>
        <p:nvSpPr>
          <p:cNvPr id="33" name="initialization_hw_sw-031"/>
          <p:cNvSpPr/>
          <p:nvPr/>
        </p:nvSpPr>
        <p:spPr>
          <a:xfrm>
            <a:off x="2202200" y="2370550"/>
            <a:ext cx="2129400" cy="746200"/>
          </a:xfrm>
          <a:custGeom>
            <a:avLst/>
            <a:gdLst/>
            <a:ahLst/>
            <a:cxnLst/>
            <a:rect l="0" t="0" r="r" b="b"/>
            <a:pathLst>
              <a:path w="2129400" h="746200">
                <a:moveTo>
                  <a:pt x="0" y="0"/>
                </a:moveTo>
                <a:lnTo>
                  <a:pt x="1101100" y="0"/>
                </a:lnTo>
                <a:lnTo>
                  <a:pt x="1101100" y="746200"/>
                </a:lnTo>
                <a:lnTo>
                  <a:pt x="2129400" y="746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initialization_hw_sw-032"/>
          <p:cNvSpPr/>
          <p:nvPr/>
        </p:nvSpPr>
        <p:spPr>
          <a:xfrm>
            <a:off x="4277000" y="30912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initialization_hw_sw-033: load"/>
          <p:cNvSpPr txBox="1"/>
          <p:nvPr/>
        </p:nvSpPr>
        <p:spPr>
          <a:xfrm>
            <a:off x="2852153" y="2670486"/>
            <a:ext cx="34194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36" name="initialization_hw_sw-034"/>
          <p:cNvSpPr/>
          <p:nvPr/>
        </p:nvSpPr>
        <p:spPr>
          <a:xfrm>
            <a:off x="2202200" y="3353350"/>
            <a:ext cx="2129400" cy="1"/>
          </a:xfrm>
          <a:custGeom>
            <a:avLst/>
            <a:gdLst/>
            <a:ahLst/>
            <a:cxnLst/>
            <a:rect l="0" t="0" r="r" b="b"/>
            <a:pathLst>
              <a:path w="2129400" h="1">
                <a:moveTo>
                  <a:pt x="0" y="0"/>
                </a:moveTo>
                <a:lnTo>
                  <a:pt x="2129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initialization_hw_sw-035"/>
          <p:cNvSpPr/>
          <p:nvPr/>
        </p:nvSpPr>
        <p:spPr>
          <a:xfrm>
            <a:off x="4277000" y="332787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initialization_hw_sw-036: stack / clear .bss"/>
          <p:cNvSpPr txBox="1"/>
          <p:nvPr/>
        </p:nvSpPr>
        <p:spPr>
          <a:xfrm>
            <a:off x="2739960" y="3143686"/>
            <a:ext cx="99928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stack / clear .bss</a:t>
            </a:r>
          </a:p>
        </p:txBody>
      </p:sp>
      <p:sp>
        <p:nvSpPr>
          <p:cNvPr id="39" name="initialization_hw_sw-037: Tag BIST (autonomous)"/>
          <p:cNvSpPr txBox="1"/>
          <p:nvPr/>
        </p:nvSpPr>
        <p:spPr>
          <a:xfrm>
            <a:off x="4577058" y="1569386"/>
            <a:ext cx="136548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Tag BIST (autonomous)</a:t>
            </a:r>
          </a:p>
        </p:txBody>
      </p:sp>
      <p:sp>
        <p:nvSpPr>
          <p:cNvPr id="40" name="initialization_hw_sw-038"/>
          <p:cNvSpPr/>
          <p:nvPr/>
        </p:nvSpPr>
        <p:spPr>
          <a:xfrm>
            <a:off x="5259800" y="1460550"/>
            <a:ext cx="1" cy="109200"/>
          </a:xfrm>
          <a:custGeom>
            <a:avLst/>
            <a:gdLst/>
            <a:ahLst/>
            <a:cxnLst/>
            <a:rect l="0" t="0" r="r" b="b"/>
            <a:pathLst>
              <a:path w="1" h="109200">
                <a:moveTo>
                  <a:pt x="0" y="109200"/>
                </a:moveTo>
                <a:lnTo>
                  <a:pt x="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initialization_hw_sw-039"/>
          <p:cNvSpPr/>
          <p:nvPr/>
        </p:nvSpPr>
        <p:spPr>
          <a:xfrm>
            <a:off x="5234320" y="146055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0"/>
                </a:moveTo>
                <a:lnTo>
                  <a:pt x="50960" y="54600"/>
                </a:lnTo>
                <a:lnTo>
                  <a:pt x="0" y="5460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ogram_execution_flow-000"/>
          <p:cNvSpPr/>
          <p:nvPr/>
        </p:nvSpPr>
        <p:spPr>
          <a:xfrm>
            <a:off x="0" y="0"/>
            <a:ext cx="6552000" cy="423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rogram_execution_flow-001: Boot ROM"/>
          <p:cNvSpPr txBox="1"/>
          <p:nvPr/>
        </p:nvSpPr>
        <p:spPr>
          <a:xfrm>
            <a:off x="1113158" y="89908"/>
            <a:ext cx="722085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Boot ROM</a:t>
            </a:r>
          </a:p>
        </p:txBody>
      </p:sp>
      <p:sp>
        <p:nvSpPr>
          <p:cNvPr id="4" name="program_execution_flow-002: Payload in SPM"/>
          <p:cNvSpPr txBox="1"/>
          <p:nvPr/>
        </p:nvSpPr>
        <p:spPr>
          <a:xfrm>
            <a:off x="4324299" y="89908"/>
            <a:ext cx="103380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1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Payload in SPM</a:t>
            </a:r>
          </a:p>
        </p:txBody>
      </p:sp>
      <p:sp>
        <p:nvSpPr>
          <p:cNvPr id="5" name="program_execution_flow-003"/>
          <p:cNvSpPr/>
          <p:nvPr/>
        </p:nvSpPr>
        <p:spPr>
          <a:xfrm>
            <a:off x="418600" y="400400"/>
            <a:ext cx="2093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rogram_execution_flow-004: Reset → ROM _start"/>
          <p:cNvSpPr txBox="1"/>
          <p:nvPr/>
        </p:nvSpPr>
        <p:spPr>
          <a:xfrm>
            <a:off x="810291" y="485758"/>
            <a:ext cx="130961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Reset → ROM _start</a:t>
            </a:r>
          </a:p>
        </p:txBody>
      </p:sp>
      <p:sp>
        <p:nvSpPr>
          <p:cNvPr id="7" name="program_execution_flow-005"/>
          <p:cNvSpPr/>
          <p:nvPr/>
        </p:nvSpPr>
        <p:spPr>
          <a:xfrm>
            <a:off x="418600" y="1001000"/>
            <a:ext cx="2093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rogram_execution_flow-006: LLC / SPM / stack"/>
          <p:cNvSpPr txBox="1"/>
          <p:nvPr/>
        </p:nvSpPr>
        <p:spPr>
          <a:xfrm>
            <a:off x="891665" y="1086358"/>
            <a:ext cx="114687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/ SPM / stack</a:t>
            </a:r>
          </a:p>
        </p:txBody>
      </p:sp>
      <p:sp>
        <p:nvSpPr>
          <p:cNvPr id="9" name="program_execution_flow-007"/>
          <p:cNvSpPr/>
          <p:nvPr/>
        </p:nvSpPr>
        <p:spPr>
          <a:xfrm>
            <a:off x="418600" y="1601600"/>
            <a:ext cx="2093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rogram_execution_flow-008: ROM main / SPI init"/>
          <p:cNvSpPr txBox="1"/>
          <p:nvPr/>
        </p:nvSpPr>
        <p:spPr>
          <a:xfrm>
            <a:off x="842141" y="1686958"/>
            <a:ext cx="124591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ROM main / SPI init</a:t>
            </a:r>
          </a:p>
        </p:txBody>
      </p:sp>
      <p:sp>
        <p:nvSpPr>
          <p:cNvPr id="11" name="program_execution_flow-009"/>
          <p:cNvSpPr/>
          <p:nvPr/>
        </p:nvSpPr>
        <p:spPr>
          <a:xfrm>
            <a:off x="418600" y="2202200"/>
            <a:ext cx="2093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rogram_execution_flow-010: GPT or raw load"/>
          <p:cNvSpPr txBox="1"/>
          <p:nvPr/>
        </p:nvSpPr>
        <p:spPr>
          <a:xfrm>
            <a:off x="938807" y="2287558"/>
            <a:ext cx="105258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GPT or raw load</a:t>
            </a:r>
          </a:p>
        </p:txBody>
      </p:sp>
      <p:sp>
        <p:nvSpPr>
          <p:cNvPr id="13" name="program_execution_flow-011"/>
          <p:cNvSpPr/>
          <p:nvPr/>
        </p:nvSpPr>
        <p:spPr>
          <a:xfrm>
            <a:off x="418600" y="2802800"/>
            <a:ext cx="2093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rogram_execution_flow-012: boot_next_stage"/>
          <p:cNvSpPr txBox="1"/>
          <p:nvPr/>
        </p:nvSpPr>
        <p:spPr>
          <a:xfrm>
            <a:off x="930354" y="2888158"/>
            <a:ext cx="106949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boot_next_stage</a:t>
            </a:r>
          </a:p>
        </p:txBody>
      </p:sp>
      <p:sp>
        <p:nvSpPr>
          <p:cNvPr id="15" name="program_execution_flow-013"/>
          <p:cNvSpPr/>
          <p:nvPr/>
        </p:nvSpPr>
        <p:spPr>
          <a:xfrm>
            <a:off x="1465100" y="7644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gram_execution_flow-014"/>
          <p:cNvSpPr/>
          <p:nvPr/>
        </p:nvSpPr>
        <p:spPr>
          <a:xfrm>
            <a:off x="1439620" y="946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ogram_execution_flow-015"/>
          <p:cNvSpPr/>
          <p:nvPr/>
        </p:nvSpPr>
        <p:spPr>
          <a:xfrm>
            <a:off x="1465100" y="13650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rogram_execution_flow-016"/>
          <p:cNvSpPr/>
          <p:nvPr/>
        </p:nvSpPr>
        <p:spPr>
          <a:xfrm>
            <a:off x="1439620" y="15470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rogram_execution_flow-017"/>
          <p:cNvSpPr/>
          <p:nvPr/>
        </p:nvSpPr>
        <p:spPr>
          <a:xfrm>
            <a:off x="1465100" y="19656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rogram_execution_flow-018"/>
          <p:cNvSpPr/>
          <p:nvPr/>
        </p:nvSpPr>
        <p:spPr>
          <a:xfrm>
            <a:off x="1439620" y="21476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ogram_execution_flow-019"/>
          <p:cNvSpPr/>
          <p:nvPr/>
        </p:nvSpPr>
        <p:spPr>
          <a:xfrm>
            <a:off x="1465100" y="25662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rogram_execution_flow-020"/>
          <p:cNvSpPr/>
          <p:nvPr/>
        </p:nvSpPr>
        <p:spPr>
          <a:xfrm>
            <a:off x="1439620" y="27482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rogram_execution_flow-021"/>
          <p:cNvSpPr/>
          <p:nvPr/>
        </p:nvSpPr>
        <p:spPr>
          <a:xfrm>
            <a:off x="3676400" y="400400"/>
            <a:ext cx="2457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rogram_execution_flow-022: Payload _start"/>
          <p:cNvSpPr txBox="1"/>
          <p:nvPr/>
        </p:nvSpPr>
        <p:spPr>
          <a:xfrm>
            <a:off x="4434003" y="485758"/>
            <a:ext cx="94179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Payload _start</a:t>
            </a:r>
          </a:p>
        </p:txBody>
      </p:sp>
      <p:sp>
        <p:nvSpPr>
          <p:cNvPr id="25" name="program_execution_flow-023"/>
          <p:cNvSpPr/>
          <p:nvPr/>
        </p:nvSpPr>
        <p:spPr>
          <a:xfrm>
            <a:off x="3676400" y="1001000"/>
            <a:ext cx="2457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rogram_execution_flow-024: CRT0: sp / gp / mtvec / .bss"/>
          <p:cNvSpPr txBox="1"/>
          <p:nvPr/>
        </p:nvSpPr>
        <p:spPr>
          <a:xfrm>
            <a:off x="4117060" y="1096186"/>
            <a:ext cx="1575679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CRT0: sp / gp / mtvec / .bss</a:t>
            </a:r>
          </a:p>
        </p:txBody>
      </p:sp>
      <p:sp>
        <p:nvSpPr>
          <p:cNvPr id="27" name="program_execution_flow-025"/>
          <p:cNvSpPr/>
          <p:nvPr/>
        </p:nvSpPr>
        <p:spPr>
          <a:xfrm>
            <a:off x="3676400" y="1601600"/>
            <a:ext cx="2457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rogram_execution_flow-026: main()"/>
          <p:cNvSpPr txBox="1"/>
          <p:nvPr/>
        </p:nvSpPr>
        <p:spPr>
          <a:xfrm>
            <a:off x="4660700" y="1686958"/>
            <a:ext cx="48840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main()</a:t>
            </a:r>
          </a:p>
        </p:txBody>
      </p:sp>
      <p:sp>
        <p:nvSpPr>
          <p:cNvPr id="29" name="program_execution_flow-027"/>
          <p:cNvSpPr/>
          <p:nvPr/>
        </p:nvSpPr>
        <p:spPr>
          <a:xfrm>
            <a:off x="3676400" y="2202200"/>
            <a:ext cx="2457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rogram_execution_flow-028: _exit: write scratch2"/>
          <p:cNvSpPr txBox="1"/>
          <p:nvPr/>
        </p:nvSpPr>
        <p:spPr>
          <a:xfrm>
            <a:off x="4278329" y="2287558"/>
            <a:ext cx="125314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_exit: write scratch2</a:t>
            </a:r>
          </a:p>
        </p:txBody>
      </p:sp>
      <p:sp>
        <p:nvSpPr>
          <p:cNvPr id="31" name="program_execution_flow-029"/>
          <p:cNvSpPr/>
          <p:nvPr/>
        </p:nvSpPr>
        <p:spPr>
          <a:xfrm>
            <a:off x="3676400" y="2802800"/>
            <a:ext cx="2457000" cy="3640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rogram_execution_flow-030: Restore sp / gp / ra; ret"/>
          <p:cNvSpPr txBox="1"/>
          <p:nvPr/>
        </p:nvSpPr>
        <p:spPr>
          <a:xfrm>
            <a:off x="4189796" y="2888158"/>
            <a:ext cx="1430207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Restore sp / gp / ra; ret</a:t>
            </a:r>
          </a:p>
        </p:txBody>
      </p:sp>
      <p:sp>
        <p:nvSpPr>
          <p:cNvPr id="33" name="program_execution_flow-031"/>
          <p:cNvSpPr/>
          <p:nvPr/>
        </p:nvSpPr>
        <p:spPr>
          <a:xfrm>
            <a:off x="4904900" y="7644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rogram_execution_flow-032"/>
          <p:cNvSpPr/>
          <p:nvPr/>
        </p:nvSpPr>
        <p:spPr>
          <a:xfrm>
            <a:off x="4879420" y="946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rogram_execution_flow-033"/>
          <p:cNvSpPr/>
          <p:nvPr/>
        </p:nvSpPr>
        <p:spPr>
          <a:xfrm>
            <a:off x="4904900" y="13650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rogram_execution_flow-034"/>
          <p:cNvSpPr/>
          <p:nvPr/>
        </p:nvSpPr>
        <p:spPr>
          <a:xfrm>
            <a:off x="4879420" y="15470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rogram_execution_flow-035"/>
          <p:cNvSpPr/>
          <p:nvPr/>
        </p:nvSpPr>
        <p:spPr>
          <a:xfrm>
            <a:off x="4904900" y="19656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rogram_execution_flow-036"/>
          <p:cNvSpPr/>
          <p:nvPr/>
        </p:nvSpPr>
        <p:spPr>
          <a:xfrm>
            <a:off x="4879420" y="21476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rogram_execution_flow-037"/>
          <p:cNvSpPr/>
          <p:nvPr/>
        </p:nvSpPr>
        <p:spPr>
          <a:xfrm>
            <a:off x="4904900" y="2566200"/>
            <a:ext cx="1" cy="236600"/>
          </a:xfrm>
          <a:custGeom>
            <a:avLst/>
            <a:gdLst/>
            <a:ahLst/>
            <a:cxnLst/>
            <a:rect l="0" t="0" r="r" b="b"/>
            <a:pathLst>
              <a:path w="1" h="236600">
                <a:moveTo>
                  <a:pt x="0" y="0"/>
                </a:moveTo>
                <a:lnTo>
                  <a:pt x="0" y="236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rogram_execution_flow-038"/>
          <p:cNvSpPr/>
          <p:nvPr/>
        </p:nvSpPr>
        <p:spPr>
          <a:xfrm>
            <a:off x="4879420" y="27482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rogram_execution_flow-039"/>
          <p:cNvSpPr/>
          <p:nvPr/>
        </p:nvSpPr>
        <p:spPr>
          <a:xfrm>
            <a:off x="2511600" y="582400"/>
            <a:ext cx="1164800" cy="2402400"/>
          </a:xfrm>
          <a:custGeom>
            <a:avLst/>
            <a:gdLst/>
            <a:ahLst/>
            <a:cxnLst/>
            <a:rect l="0" t="0" r="r" b="b"/>
            <a:pathLst>
              <a:path w="1164800" h="2402400">
                <a:moveTo>
                  <a:pt x="0" y="2402400"/>
                </a:moveTo>
                <a:lnTo>
                  <a:pt x="527800" y="2402400"/>
                </a:lnTo>
                <a:lnTo>
                  <a:pt x="527800" y="0"/>
                </a:lnTo>
                <a:lnTo>
                  <a:pt x="1164800" y="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rogram_execution_flow-040"/>
          <p:cNvSpPr/>
          <p:nvPr/>
        </p:nvSpPr>
        <p:spPr>
          <a:xfrm>
            <a:off x="3621800" y="5569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rogram_execution_flow-041: jalr"/>
          <p:cNvSpPr txBox="1"/>
          <p:nvPr/>
        </p:nvSpPr>
        <p:spPr>
          <a:xfrm>
            <a:off x="2690557" y="1710436"/>
            <a:ext cx="276043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jalr</a:t>
            </a:r>
          </a:p>
        </p:txBody>
      </p:sp>
      <p:sp>
        <p:nvSpPr>
          <p:cNvPr id="44" name="program_execution_flow-042"/>
          <p:cNvSpPr/>
          <p:nvPr/>
        </p:nvSpPr>
        <p:spPr>
          <a:xfrm>
            <a:off x="418600" y="3421600"/>
            <a:ext cx="20930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rogram_execution_flow-043: ROM ret (source-derived)"/>
          <p:cNvSpPr txBox="1"/>
          <p:nvPr/>
        </p:nvSpPr>
        <p:spPr>
          <a:xfrm>
            <a:off x="679301" y="3479658"/>
            <a:ext cx="1571598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ROM ret (source-derived)</a:t>
            </a:r>
          </a:p>
        </p:txBody>
      </p:sp>
      <p:sp>
        <p:nvSpPr>
          <p:cNvPr id="46" name="program_execution_flow-044"/>
          <p:cNvSpPr/>
          <p:nvPr/>
        </p:nvSpPr>
        <p:spPr>
          <a:xfrm>
            <a:off x="2511600" y="3166800"/>
            <a:ext cx="2393300" cy="409500"/>
          </a:xfrm>
          <a:custGeom>
            <a:avLst/>
            <a:gdLst/>
            <a:ahLst/>
            <a:cxnLst/>
            <a:rect l="0" t="0" r="r" b="b"/>
            <a:pathLst>
              <a:path w="2393300" h="409500">
                <a:moveTo>
                  <a:pt x="2393300" y="0"/>
                </a:moveTo>
                <a:lnTo>
                  <a:pt x="2393300" y="409500"/>
                </a:lnTo>
                <a:lnTo>
                  <a:pt x="0" y="4095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rogram_execution_flow-045"/>
          <p:cNvSpPr/>
          <p:nvPr/>
        </p:nvSpPr>
        <p:spPr>
          <a:xfrm>
            <a:off x="2511600" y="3550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rogram_execution_flow-046"/>
          <p:cNvSpPr/>
          <p:nvPr/>
        </p:nvSpPr>
        <p:spPr>
          <a:xfrm>
            <a:off x="1465100" y="3694600"/>
            <a:ext cx="1383200" cy="336700"/>
          </a:xfrm>
          <a:custGeom>
            <a:avLst/>
            <a:gdLst/>
            <a:ahLst/>
            <a:cxnLst/>
            <a:rect l="0" t="0" r="r" b="b"/>
            <a:pathLst>
              <a:path w="1383200" h="336700">
                <a:moveTo>
                  <a:pt x="0" y="36400"/>
                </a:moveTo>
                <a:lnTo>
                  <a:pt x="0" y="336700"/>
                </a:lnTo>
                <a:lnTo>
                  <a:pt x="1383200" y="336700"/>
                </a:lnTo>
                <a:lnTo>
                  <a:pt x="1383200" y="0"/>
                </a:lnTo>
                <a:lnTo>
                  <a:pt x="1046500" y="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rogram_execution_flow-047"/>
          <p:cNvSpPr/>
          <p:nvPr/>
        </p:nvSpPr>
        <p:spPr>
          <a:xfrm>
            <a:off x="2511600" y="3669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rogram_execution_flow-048: ret self-loop"/>
          <p:cNvSpPr txBox="1"/>
          <p:nvPr/>
        </p:nvSpPr>
        <p:spPr>
          <a:xfrm>
            <a:off x="3763213" y="3785236"/>
            <a:ext cx="736375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ret self-loop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