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806" r:id="rId2"/>
    <p:sldId id="807" r:id="rId3"/>
    <p:sldId id="808" r:id="rId4"/>
    <p:sldId id="809" r:id="rId5"/>
    <p:sldId id="810" r:id="rId6"/>
    <p:sldId id="811" r:id="rId7"/>
    <p:sldId id="812" r:id="rId8"/>
    <p:sldId id="813" r:id="rId1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Relationship Id="rId16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第8页：复制用户手动保存的第7页（输入SHA-256 8916ac31…），仅修改F1、F2、ISP↔GB、eMMC和M5回接五条连线的几何。F1/F2平行通道，接口仍独立；六处跳线对应实际交叉。所有原生线样式、箭头、字体、模块位置、配置编号和图例保持，前七页及依赖原字节保留。未修改RTL或协议契约；Office显示/编辑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8" y="1907016"/>
            <a:ext cx="2733522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12204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14663</TotalTime>
  <Words>3984</Words>
  <Application>Microsoft Office PowerPoint</Application>
  <PresentationFormat>宽屏</PresentationFormat>
  <Paragraphs>1573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SoC硬件层：长线通道与六处跳线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2026-10-17T05:09:52Z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